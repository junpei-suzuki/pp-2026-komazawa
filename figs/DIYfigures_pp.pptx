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2" r:id="rId27"/>
    <p:sldId id="281" r:id="rId28"/>
    <p:sldId id="283" r:id="rId29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658"/>
  </p:normalViewPr>
  <p:slideViewPr>
    <p:cSldViewPr snapToGrid="0">
      <p:cViewPr varScale="1">
        <p:scale>
          <a:sx n="82" d="100"/>
          <a:sy n="82" d="100"/>
        </p:scale>
        <p:origin x="1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89FD0D-08CC-EB4A-A5DF-1B9DBE7B621E}" type="doc">
      <dgm:prSet loTypeId="urn:microsoft.com/office/officeart/2005/8/layout/pyramid1" loCatId="" qsTypeId="urn:microsoft.com/office/officeart/2005/8/quickstyle/simple2" qsCatId="simple" csTypeId="urn:microsoft.com/office/officeart/2005/8/colors/accent3_4" csCatId="accent3" phldr="1"/>
      <dgm:spPr/>
    </dgm:pt>
    <dgm:pt modelId="{F6CDD4AB-2A99-B343-8299-09DAF82D64D3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事務次官</a:t>
          </a:r>
        </a:p>
      </dgm:t>
    </dgm:pt>
    <dgm:pt modelId="{08D6CE4A-BE6C-4D46-8A50-91368612AF66}" type="parTrans" cxnId="{C9E1D7C0-FB7D-2B46-BC53-A553522A5218}">
      <dgm:prSet/>
      <dgm:spPr/>
      <dgm:t>
        <a:bodyPr/>
        <a:lstStyle/>
        <a:p>
          <a:endParaRPr kumimoji="1" lang="ja-JP" altLang="en-US"/>
        </a:p>
      </dgm:t>
    </dgm:pt>
    <dgm:pt modelId="{7374A5E6-305D-1E4E-B9D0-B3F0F3E33F01}" type="sibTrans" cxnId="{C9E1D7C0-FB7D-2B46-BC53-A553522A5218}">
      <dgm:prSet/>
      <dgm:spPr/>
      <dgm:t>
        <a:bodyPr/>
        <a:lstStyle/>
        <a:p>
          <a:endParaRPr kumimoji="1" lang="ja-JP" altLang="en-US"/>
        </a:p>
      </dgm:t>
    </dgm:pt>
    <dgm:pt modelId="{DD79DD09-40F6-D24A-AC01-5AC78B22BA11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局長</a:t>
          </a:r>
        </a:p>
      </dgm:t>
    </dgm:pt>
    <dgm:pt modelId="{4DCA80F3-C789-6544-885C-8C15C447A23A}" type="parTrans" cxnId="{21E474FC-26EB-0043-B130-D68CA05972C7}">
      <dgm:prSet/>
      <dgm:spPr/>
      <dgm:t>
        <a:bodyPr/>
        <a:lstStyle/>
        <a:p>
          <a:endParaRPr kumimoji="1" lang="ja-JP" altLang="en-US"/>
        </a:p>
      </dgm:t>
    </dgm:pt>
    <dgm:pt modelId="{50002D2F-4AC9-0848-AFF0-071EE9006E3A}" type="sibTrans" cxnId="{21E474FC-26EB-0043-B130-D68CA05972C7}">
      <dgm:prSet/>
      <dgm:spPr/>
      <dgm:t>
        <a:bodyPr/>
        <a:lstStyle/>
        <a:p>
          <a:endParaRPr kumimoji="1" lang="ja-JP" altLang="en-US"/>
        </a:p>
      </dgm:t>
    </dgm:pt>
    <dgm:pt modelId="{F7B3E139-E59A-A740-B50A-7FA45ED603DD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部長・審議官</a:t>
          </a:r>
        </a:p>
      </dgm:t>
    </dgm:pt>
    <dgm:pt modelId="{D7844E70-E8FD-7344-9802-6FCCF432984F}" type="parTrans" cxnId="{16C9CE1B-3C26-A24A-AEC6-02441A667BA4}">
      <dgm:prSet/>
      <dgm:spPr/>
      <dgm:t>
        <a:bodyPr/>
        <a:lstStyle/>
        <a:p>
          <a:endParaRPr kumimoji="1" lang="ja-JP" altLang="en-US"/>
        </a:p>
      </dgm:t>
    </dgm:pt>
    <dgm:pt modelId="{2FB01BBA-BB56-514A-8A70-88CFC024BDB0}" type="sibTrans" cxnId="{16C9CE1B-3C26-A24A-AEC6-02441A667BA4}">
      <dgm:prSet/>
      <dgm:spPr/>
      <dgm:t>
        <a:bodyPr/>
        <a:lstStyle/>
        <a:p>
          <a:endParaRPr kumimoji="1" lang="ja-JP" altLang="en-US"/>
        </a:p>
      </dgm:t>
    </dgm:pt>
    <dgm:pt modelId="{850958D8-7D07-2F44-963F-493D214A66DA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室長・企画官</a:t>
          </a:r>
        </a:p>
      </dgm:t>
    </dgm:pt>
    <dgm:pt modelId="{0BB4B529-8593-0346-835E-9B7D3D5D6C3A}" type="parTrans" cxnId="{3615E526-16AB-E641-BBA5-0CADB1AC801C}">
      <dgm:prSet/>
      <dgm:spPr/>
      <dgm:t>
        <a:bodyPr/>
        <a:lstStyle/>
        <a:p>
          <a:endParaRPr kumimoji="1" lang="ja-JP" altLang="en-US"/>
        </a:p>
      </dgm:t>
    </dgm:pt>
    <dgm:pt modelId="{2E0ACE65-AF39-8C44-8401-D98852C7276F}" type="sibTrans" cxnId="{3615E526-16AB-E641-BBA5-0CADB1AC801C}">
      <dgm:prSet/>
      <dgm:spPr/>
      <dgm:t>
        <a:bodyPr/>
        <a:lstStyle/>
        <a:p>
          <a:endParaRPr kumimoji="1" lang="ja-JP" altLang="en-US"/>
        </a:p>
      </dgm:t>
    </dgm:pt>
    <dgm:pt modelId="{95782D1F-D851-E94D-B608-96BF0BE8701E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課長補佐</a:t>
          </a:r>
        </a:p>
      </dgm:t>
    </dgm:pt>
    <dgm:pt modelId="{63A8760A-08DB-374E-A26B-BEB2A6F86E2B}" type="parTrans" cxnId="{2FDE969A-6E9A-524E-9C0A-9EAFE9A56F1C}">
      <dgm:prSet/>
      <dgm:spPr/>
      <dgm:t>
        <a:bodyPr/>
        <a:lstStyle/>
        <a:p>
          <a:endParaRPr kumimoji="1" lang="ja-JP" altLang="en-US"/>
        </a:p>
      </dgm:t>
    </dgm:pt>
    <dgm:pt modelId="{427C4D84-3977-CC46-B852-16308ACB54B4}" type="sibTrans" cxnId="{2FDE969A-6E9A-524E-9C0A-9EAFE9A56F1C}">
      <dgm:prSet/>
      <dgm:spPr/>
      <dgm:t>
        <a:bodyPr/>
        <a:lstStyle/>
        <a:p>
          <a:endParaRPr kumimoji="1" lang="ja-JP" altLang="en-US"/>
        </a:p>
      </dgm:t>
    </dgm:pt>
    <dgm:pt modelId="{7443D139-61A7-0145-8805-F8882DDC7D5C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課長</a:t>
          </a:r>
        </a:p>
      </dgm:t>
    </dgm:pt>
    <dgm:pt modelId="{D492241A-3038-6C48-8C47-E5BF51FB75AE}" type="parTrans" cxnId="{2E8298B4-B520-C74E-B857-1B426FF9E4D2}">
      <dgm:prSet/>
      <dgm:spPr/>
      <dgm:t>
        <a:bodyPr/>
        <a:lstStyle/>
        <a:p>
          <a:endParaRPr kumimoji="1" lang="ja-JP" altLang="en-US"/>
        </a:p>
      </dgm:t>
    </dgm:pt>
    <dgm:pt modelId="{9BD379DD-0E48-3047-9153-AF5BB9CC3616}" type="sibTrans" cxnId="{2E8298B4-B520-C74E-B857-1B426FF9E4D2}">
      <dgm:prSet/>
      <dgm:spPr/>
      <dgm:t>
        <a:bodyPr/>
        <a:lstStyle/>
        <a:p>
          <a:endParaRPr kumimoji="1" lang="ja-JP" altLang="en-US"/>
        </a:p>
      </dgm:t>
    </dgm:pt>
    <dgm:pt modelId="{1391C414-B245-7940-BFC7-2DA1C9F0EE12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係長</a:t>
          </a:r>
        </a:p>
      </dgm:t>
    </dgm:pt>
    <dgm:pt modelId="{D8C48D69-212C-CF4B-BFF1-597DCCE18F08}" type="parTrans" cxnId="{D8C54F86-3B10-2445-B633-AD973B5598EF}">
      <dgm:prSet/>
      <dgm:spPr/>
      <dgm:t>
        <a:bodyPr/>
        <a:lstStyle/>
        <a:p>
          <a:endParaRPr kumimoji="1" lang="ja-JP" altLang="en-US"/>
        </a:p>
      </dgm:t>
    </dgm:pt>
    <dgm:pt modelId="{08959778-D44C-6B4E-8275-25956B33CAF4}" type="sibTrans" cxnId="{D8C54F86-3B10-2445-B633-AD973B5598EF}">
      <dgm:prSet/>
      <dgm:spPr/>
      <dgm:t>
        <a:bodyPr/>
        <a:lstStyle/>
        <a:p>
          <a:endParaRPr kumimoji="1" lang="ja-JP" altLang="en-US"/>
        </a:p>
      </dgm:t>
    </dgm:pt>
    <dgm:pt modelId="{09D1DE98-6701-0948-832D-FEA0A7B7E27E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係員</a:t>
          </a:r>
        </a:p>
      </dgm:t>
    </dgm:pt>
    <dgm:pt modelId="{56D11491-D116-0949-80BC-F1495E763216}" type="parTrans" cxnId="{87BF92D7-94A9-D944-8826-11D76C6AA672}">
      <dgm:prSet/>
      <dgm:spPr/>
      <dgm:t>
        <a:bodyPr/>
        <a:lstStyle/>
        <a:p>
          <a:endParaRPr kumimoji="1" lang="ja-JP" altLang="en-US"/>
        </a:p>
      </dgm:t>
    </dgm:pt>
    <dgm:pt modelId="{D7EEF697-4A1B-654D-9E5A-8D20F80AC5D7}" type="sibTrans" cxnId="{87BF92D7-94A9-D944-8826-11D76C6AA672}">
      <dgm:prSet/>
      <dgm:spPr/>
      <dgm:t>
        <a:bodyPr/>
        <a:lstStyle/>
        <a:p>
          <a:endParaRPr kumimoji="1" lang="ja-JP" altLang="en-US"/>
        </a:p>
      </dgm:t>
    </dgm:pt>
    <dgm:pt modelId="{3AD2CC66-88A6-3A43-A256-83D02C5A51C6}" type="pres">
      <dgm:prSet presAssocID="{0389FD0D-08CC-EB4A-A5DF-1B9DBE7B621E}" presName="Name0" presStyleCnt="0">
        <dgm:presLayoutVars>
          <dgm:dir/>
          <dgm:animLvl val="lvl"/>
          <dgm:resizeHandles val="exact"/>
        </dgm:presLayoutVars>
      </dgm:prSet>
      <dgm:spPr/>
    </dgm:pt>
    <dgm:pt modelId="{3784CF05-224A-EE45-9F2B-BD7A592AF553}" type="pres">
      <dgm:prSet presAssocID="{F6CDD4AB-2A99-B343-8299-09DAF82D64D3}" presName="Name8" presStyleCnt="0"/>
      <dgm:spPr/>
    </dgm:pt>
    <dgm:pt modelId="{1C19F794-3B38-1C44-ABC1-E6A1B91F38A9}" type="pres">
      <dgm:prSet presAssocID="{F6CDD4AB-2A99-B343-8299-09DAF82D64D3}" presName="level" presStyleLbl="node1" presStyleIdx="0" presStyleCnt="8">
        <dgm:presLayoutVars>
          <dgm:chMax val="1"/>
          <dgm:bulletEnabled val="1"/>
        </dgm:presLayoutVars>
      </dgm:prSet>
      <dgm:spPr/>
    </dgm:pt>
    <dgm:pt modelId="{6D55B128-0737-094B-87C7-98DCC20D82FE}" type="pres">
      <dgm:prSet presAssocID="{F6CDD4AB-2A99-B343-8299-09DAF82D64D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1CBF0A4-F5E2-324F-9CA9-CC20540C47F9}" type="pres">
      <dgm:prSet presAssocID="{DD79DD09-40F6-D24A-AC01-5AC78B22BA11}" presName="Name8" presStyleCnt="0"/>
      <dgm:spPr/>
    </dgm:pt>
    <dgm:pt modelId="{138958A9-A30B-A645-BEF4-EC92188C90CE}" type="pres">
      <dgm:prSet presAssocID="{DD79DD09-40F6-D24A-AC01-5AC78B22BA11}" presName="level" presStyleLbl="node1" presStyleIdx="1" presStyleCnt="8">
        <dgm:presLayoutVars>
          <dgm:chMax val="1"/>
          <dgm:bulletEnabled val="1"/>
        </dgm:presLayoutVars>
      </dgm:prSet>
      <dgm:spPr/>
    </dgm:pt>
    <dgm:pt modelId="{9CD087D8-0311-C449-B414-9F22ACA308E5}" type="pres">
      <dgm:prSet presAssocID="{DD79DD09-40F6-D24A-AC01-5AC78B22BA1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9EF5177-33B2-CC41-AA49-8DA222C3D394}" type="pres">
      <dgm:prSet presAssocID="{F7B3E139-E59A-A740-B50A-7FA45ED603DD}" presName="Name8" presStyleCnt="0"/>
      <dgm:spPr/>
    </dgm:pt>
    <dgm:pt modelId="{76F31ED9-ED42-B941-AE6C-DCD1BE33515D}" type="pres">
      <dgm:prSet presAssocID="{F7B3E139-E59A-A740-B50A-7FA45ED603DD}" presName="level" presStyleLbl="node1" presStyleIdx="2" presStyleCnt="8">
        <dgm:presLayoutVars>
          <dgm:chMax val="1"/>
          <dgm:bulletEnabled val="1"/>
        </dgm:presLayoutVars>
      </dgm:prSet>
      <dgm:spPr/>
    </dgm:pt>
    <dgm:pt modelId="{5F7F763D-A78C-A84C-8EEF-9089BD38BA10}" type="pres">
      <dgm:prSet presAssocID="{F7B3E139-E59A-A740-B50A-7FA45ED603D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515B82-8D5B-C34F-B928-548726742907}" type="pres">
      <dgm:prSet presAssocID="{7443D139-61A7-0145-8805-F8882DDC7D5C}" presName="Name8" presStyleCnt="0"/>
      <dgm:spPr/>
    </dgm:pt>
    <dgm:pt modelId="{EDE32EC4-7A01-DA48-B7AB-30CA1147812B}" type="pres">
      <dgm:prSet presAssocID="{7443D139-61A7-0145-8805-F8882DDC7D5C}" presName="level" presStyleLbl="node1" presStyleIdx="3" presStyleCnt="8">
        <dgm:presLayoutVars>
          <dgm:chMax val="1"/>
          <dgm:bulletEnabled val="1"/>
        </dgm:presLayoutVars>
      </dgm:prSet>
      <dgm:spPr/>
    </dgm:pt>
    <dgm:pt modelId="{50FA948C-50C2-0041-9021-9B919CA09D8C}" type="pres">
      <dgm:prSet presAssocID="{7443D139-61A7-0145-8805-F8882DDC7D5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BDB869F-3646-2C47-B3F9-0EC7DDC891B2}" type="pres">
      <dgm:prSet presAssocID="{850958D8-7D07-2F44-963F-493D214A66DA}" presName="Name8" presStyleCnt="0"/>
      <dgm:spPr/>
    </dgm:pt>
    <dgm:pt modelId="{25C66891-C093-3947-8F3E-D77010DF7ABC}" type="pres">
      <dgm:prSet presAssocID="{850958D8-7D07-2F44-963F-493D214A66DA}" presName="level" presStyleLbl="node1" presStyleIdx="4" presStyleCnt="8">
        <dgm:presLayoutVars>
          <dgm:chMax val="1"/>
          <dgm:bulletEnabled val="1"/>
        </dgm:presLayoutVars>
      </dgm:prSet>
      <dgm:spPr/>
    </dgm:pt>
    <dgm:pt modelId="{9141C474-911D-9947-A6AE-A7090D5E66AB}" type="pres">
      <dgm:prSet presAssocID="{850958D8-7D07-2F44-963F-493D214A66D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1C37737-F442-3643-BB63-489CD97EF9FA}" type="pres">
      <dgm:prSet presAssocID="{95782D1F-D851-E94D-B608-96BF0BE8701E}" presName="Name8" presStyleCnt="0"/>
      <dgm:spPr/>
    </dgm:pt>
    <dgm:pt modelId="{8E12950F-896A-A643-809A-4B576B6FADE1}" type="pres">
      <dgm:prSet presAssocID="{95782D1F-D851-E94D-B608-96BF0BE8701E}" presName="level" presStyleLbl="node1" presStyleIdx="5" presStyleCnt="8">
        <dgm:presLayoutVars>
          <dgm:chMax val="1"/>
          <dgm:bulletEnabled val="1"/>
        </dgm:presLayoutVars>
      </dgm:prSet>
      <dgm:spPr/>
    </dgm:pt>
    <dgm:pt modelId="{688ECD8E-A9F5-8540-9BEE-D0AE64CF5CFC}" type="pres">
      <dgm:prSet presAssocID="{95782D1F-D851-E94D-B608-96BF0BE8701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9E5EE8C-79FD-0E48-951F-FD3C63405CAC}" type="pres">
      <dgm:prSet presAssocID="{1391C414-B245-7940-BFC7-2DA1C9F0EE12}" presName="Name8" presStyleCnt="0"/>
      <dgm:spPr/>
    </dgm:pt>
    <dgm:pt modelId="{F1364463-D7DE-E24B-A241-45501851B3AA}" type="pres">
      <dgm:prSet presAssocID="{1391C414-B245-7940-BFC7-2DA1C9F0EE12}" presName="level" presStyleLbl="node1" presStyleIdx="6" presStyleCnt="8">
        <dgm:presLayoutVars>
          <dgm:chMax val="1"/>
          <dgm:bulletEnabled val="1"/>
        </dgm:presLayoutVars>
      </dgm:prSet>
      <dgm:spPr/>
    </dgm:pt>
    <dgm:pt modelId="{CC791127-DE6A-0D47-86E4-71485F8C834C}" type="pres">
      <dgm:prSet presAssocID="{1391C414-B245-7940-BFC7-2DA1C9F0EE1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189F5DA-72DA-3E4E-BEE3-98E9A65FD1F6}" type="pres">
      <dgm:prSet presAssocID="{09D1DE98-6701-0948-832D-FEA0A7B7E27E}" presName="Name8" presStyleCnt="0"/>
      <dgm:spPr/>
    </dgm:pt>
    <dgm:pt modelId="{AF212A41-9690-F546-B416-57C98C898A1D}" type="pres">
      <dgm:prSet presAssocID="{09D1DE98-6701-0948-832D-FEA0A7B7E27E}" presName="level" presStyleLbl="node1" presStyleIdx="7" presStyleCnt="8">
        <dgm:presLayoutVars>
          <dgm:chMax val="1"/>
          <dgm:bulletEnabled val="1"/>
        </dgm:presLayoutVars>
      </dgm:prSet>
      <dgm:spPr/>
    </dgm:pt>
    <dgm:pt modelId="{0A4DAA36-70A3-3A4C-A4FF-7C2B58A55135}" type="pres">
      <dgm:prSet presAssocID="{09D1DE98-6701-0948-832D-FEA0A7B7E27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7A2431B-7CB9-804A-8956-9F927D7F751F}" type="presOf" srcId="{0389FD0D-08CC-EB4A-A5DF-1B9DBE7B621E}" destId="{3AD2CC66-88A6-3A43-A256-83D02C5A51C6}" srcOrd="0" destOrd="0" presId="urn:microsoft.com/office/officeart/2005/8/layout/pyramid1"/>
    <dgm:cxn modelId="{16C9CE1B-3C26-A24A-AEC6-02441A667BA4}" srcId="{0389FD0D-08CC-EB4A-A5DF-1B9DBE7B621E}" destId="{F7B3E139-E59A-A740-B50A-7FA45ED603DD}" srcOrd="2" destOrd="0" parTransId="{D7844E70-E8FD-7344-9802-6FCCF432984F}" sibTransId="{2FB01BBA-BB56-514A-8A70-88CFC024BDB0}"/>
    <dgm:cxn modelId="{CF16721F-2D1C-DF4E-AC07-E98B2FC7576D}" type="presOf" srcId="{1391C414-B245-7940-BFC7-2DA1C9F0EE12}" destId="{F1364463-D7DE-E24B-A241-45501851B3AA}" srcOrd="0" destOrd="0" presId="urn:microsoft.com/office/officeart/2005/8/layout/pyramid1"/>
    <dgm:cxn modelId="{3615E526-16AB-E641-BBA5-0CADB1AC801C}" srcId="{0389FD0D-08CC-EB4A-A5DF-1B9DBE7B621E}" destId="{850958D8-7D07-2F44-963F-493D214A66DA}" srcOrd="4" destOrd="0" parTransId="{0BB4B529-8593-0346-835E-9B7D3D5D6C3A}" sibTransId="{2E0ACE65-AF39-8C44-8401-D98852C7276F}"/>
    <dgm:cxn modelId="{49F89538-A8AE-9241-9B81-2EC1494E7834}" type="presOf" srcId="{DD79DD09-40F6-D24A-AC01-5AC78B22BA11}" destId="{9CD087D8-0311-C449-B414-9F22ACA308E5}" srcOrd="1" destOrd="0" presId="urn:microsoft.com/office/officeart/2005/8/layout/pyramid1"/>
    <dgm:cxn modelId="{5914DD49-C8D9-4146-B221-F4B9F9AB3C20}" type="presOf" srcId="{95782D1F-D851-E94D-B608-96BF0BE8701E}" destId="{688ECD8E-A9F5-8540-9BEE-D0AE64CF5CFC}" srcOrd="1" destOrd="0" presId="urn:microsoft.com/office/officeart/2005/8/layout/pyramid1"/>
    <dgm:cxn modelId="{3F9DB56A-94C8-D14B-AECE-F8E849412D72}" type="presOf" srcId="{F6CDD4AB-2A99-B343-8299-09DAF82D64D3}" destId="{6D55B128-0737-094B-87C7-98DCC20D82FE}" srcOrd="1" destOrd="0" presId="urn:microsoft.com/office/officeart/2005/8/layout/pyramid1"/>
    <dgm:cxn modelId="{8B5F8E6E-F68E-BB4E-A5E0-2ED6E1047BEB}" type="presOf" srcId="{F7B3E139-E59A-A740-B50A-7FA45ED603DD}" destId="{76F31ED9-ED42-B941-AE6C-DCD1BE33515D}" srcOrd="0" destOrd="0" presId="urn:microsoft.com/office/officeart/2005/8/layout/pyramid1"/>
    <dgm:cxn modelId="{18CED37D-8F33-114B-8944-915210CDFFC3}" type="presOf" srcId="{7443D139-61A7-0145-8805-F8882DDC7D5C}" destId="{50FA948C-50C2-0041-9021-9B919CA09D8C}" srcOrd="1" destOrd="0" presId="urn:microsoft.com/office/officeart/2005/8/layout/pyramid1"/>
    <dgm:cxn modelId="{0ED7BE81-4CEB-E049-B53F-D82DB6DED31E}" type="presOf" srcId="{09D1DE98-6701-0948-832D-FEA0A7B7E27E}" destId="{0A4DAA36-70A3-3A4C-A4FF-7C2B58A55135}" srcOrd="1" destOrd="0" presId="urn:microsoft.com/office/officeart/2005/8/layout/pyramid1"/>
    <dgm:cxn modelId="{2E479A83-0D06-BE47-A35C-5A6F05355DE8}" type="presOf" srcId="{95782D1F-D851-E94D-B608-96BF0BE8701E}" destId="{8E12950F-896A-A643-809A-4B576B6FADE1}" srcOrd="0" destOrd="0" presId="urn:microsoft.com/office/officeart/2005/8/layout/pyramid1"/>
    <dgm:cxn modelId="{9A42D783-F896-5849-AB5C-FBCF6375DE0A}" type="presOf" srcId="{850958D8-7D07-2F44-963F-493D214A66DA}" destId="{25C66891-C093-3947-8F3E-D77010DF7ABC}" srcOrd="0" destOrd="0" presId="urn:microsoft.com/office/officeart/2005/8/layout/pyramid1"/>
    <dgm:cxn modelId="{D8C54F86-3B10-2445-B633-AD973B5598EF}" srcId="{0389FD0D-08CC-EB4A-A5DF-1B9DBE7B621E}" destId="{1391C414-B245-7940-BFC7-2DA1C9F0EE12}" srcOrd="6" destOrd="0" parTransId="{D8C48D69-212C-CF4B-BFF1-597DCCE18F08}" sibTransId="{08959778-D44C-6B4E-8275-25956B33CAF4}"/>
    <dgm:cxn modelId="{2FDE969A-6E9A-524E-9C0A-9EAFE9A56F1C}" srcId="{0389FD0D-08CC-EB4A-A5DF-1B9DBE7B621E}" destId="{95782D1F-D851-E94D-B608-96BF0BE8701E}" srcOrd="5" destOrd="0" parTransId="{63A8760A-08DB-374E-A26B-BEB2A6F86E2B}" sibTransId="{427C4D84-3977-CC46-B852-16308ACB54B4}"/>
    <dgm:cxn modelId="{0E15AAA4-50B6-4F4E-841B-295E8965165F}" type="presOf" srcId="{850958D8-7D07-2F44-963F-493D214A66DA}" destId="{9141C474-911D-9947-A6AE-A7090D5E66AB}" srcOrd="1" destOrd="0" presId="urn:microsoft.com/office/officeart/2005/8/layout/pyramid1"/>
    <dgm:cxn modelId="{2E8298B4-B520-C74E-B857-1B426FF9E4D2}" srcId="{0389FD0D-08CC-EB4A-A5DF-1B9DBE7B621E}" destId="{7443D139-61A7-0145-8805-F8882DDC7D5C}" srcOrd="3" destOrd="0" parTransId="{D492241A-3038-6C48-8C47-E5BF51FB75AE}" sibTransId="{9BD379DD-0E48-3047-9153-AF5BB9CC3616}"/>
    <dgm:cxn modelId="{C62E1EBF-453E-2C45-9E47-0CF42BEB02F2}" type="presOf" srcId="{1391C414-B245-7940-BFC7-2DA1C9F0EE12}" destId="{CC791127-DE6A-0D47-86E4-71485F8C834C}" srcOrd="1" destOrd="0" presId="urn:microsoft.com/office/officeart/2005/8/layout/pyramid1"/>
    <dgm:cxn modelId="{C9E1D7C0-FB7D-2B46-BC53-A553522A5218}" srcId="{0389FD0D-08CC-EB4A-A5DF-1B9DBE7B621E}" destId="{F6CDD4AB-2A99-B343-8299-09DAF82D64D3}" srcOrd="0" destOrd="0" parTransId="{08D6CE4A-BE6C-4D46-8A50-91368612AF66}" sibTransId="{7374A5E6-305D-1E4E-B9D0-B3F0F3E33F01}"/>
    <dgm:cxn modelId="{87BF92D7-94A9-D944-8826-11D76C6AA672}" srcId="{0389FD0D-08CC-EB4A-A5DF-1B9DBE7B621E}" destId="{09D1DE98-6701-0948-832D-FEA0A7B7E27E}" srcOrd="7" destOrd="0" parTransId="{56D11491-D116-0949-80BC-F1495E763216}" sibTransId="{D7EEF697-4A1B-654D-9E5A-8D20F80AC5D7}"/>
    <dgm:cxn modelId="{E4582ADE-1A9E-0C46-BAE3-576581C2CB21}" type="presOf" srcId="{DD79DD09-40F6-D24A-AC01-5AC78B22BA11}" destId="{138958A9-A30B-A645-BEF4-EC92188C90CE}" srcOrd="0" destOrd="0" presId="urn:microsoft.com/office/officeart/2005/8/layout/pyramid1"/>
    <dgm:cxn modelId="{E75CD3E2-3046-334C-88F5-2A589335916C}" type="presOf" srcId="{F6CDD4AB-2A99-B343-8299-09DAF82D64D3}" destId="{1C19F794-3B38-1C44-ABC1-E6A1B91F38A9}" srcOrd="0" destOrd="0" presId="urn:microsoft.com/office/officeart/2005/8/layout/pyramid1"/>
    <dgm:cxn modelId="{432641F0-E213-C24A-BE89-15A16DA3026D}" type="presOf" srcId="{F7B3E139-E59A-A740-B50A-7FA45ED603DD}" destId="{5F7F763D-A78C-A84C-8EEF-9089BD38BA10}" srcOrd="1" destOrd="0" presId="urn:microsoft.com/office/officeart/2005/8/layout/pyramid1"/>
    <dgm:cxn modelId="{FA94F2F3-72FD-5547-BCB4-7FBED463AD50}" type="presOf" srcId="{7443D139-61A7-0145-8805-F8882DDC7D5C}" destId="{EDE32EC4-7A01-DA48-B7AB-30CA1147812B}" srcOrd="0" destOrd="0" presId="urn:microsoft.com/office/officeart/2005/8/layout/pyramid1"/>
    <dgm:cxn modelId="{9291E8F9-A746-384A-9088-8D1D1E15D077}" type="presOf" srcId="{09D1DE98-6701-0948-832D-FEA0A7B7E27E}" destId="{AF212A41-9690-F546-B416-57C98C898A1D}" srcOrd="0" destOrd="0" presId="urn:microsoft.com/office/officeart/2005/8/layout/pyramid1"/>
    <dgm:cxn modelId="{21E474FC-26EB-0043-B130-D68CA05972C7}" srcId="{0389FD0D-08CC-EB4A-A5DF-1B9DBE7B621E}" destId="{DD79DD09-40F6-D24A-AC01-5AC78B22BA11}" srcOrd="1" destOrd="0" parTransId="{4DCA80F3-C789-6544-885C-8C15C447A23A}" sibTransId="{50002D2F-4AC9-0848-AFF0-071EE9006E3A}"/>
    <dgm:cxn modelId="{B7A0F423-698C-3A45-ACAC-0D12E285396C}" type="presParOf" srcId="{3AD2CC66-88A6-3A43-A256-83D02C5A51C6}" destId="{3784CF05-224A-EE45-9F2B-BD7A592AF553}" srcOrd="0" destOrd="0" presId="urn:microsoft.com/office/officeart/2005/8/layout/pyramid1"/>
    <dgm:cxn modelId="{F8A0400D-500D-6C49-B059-9527489E3D91}" type="presParOf" srcId="{3784CF05-224A-EE45-9F2B-BD7A592AF553}" destId="{1C19F794-3B38-1C44-ABC1-E6A1B91F38A9}" srcOrd="0" destOrd="0" presId="urn:microsoft.com/office/officeart/2005/8/layout/pyramid1"/>
    <dgm:cxn modelId="{CF375F8E-CCA3-8D4F-ACA4-118D63D4AE3C}" type="presParOf" srcId="{3784CF05-224A-EE45-9F2B-BD7A592AF553}" destId="{6D55B128-0737-094B-87C7-98DCC20D82FE}" srcOrd="1" destOrd="0" presId="urn:microsoft.com/office/officeart/2005/8/layout/pyramid1"/>
    <dgm:cxn modelId="{135C4C01-FF76-3A45-B329-E23113429950}" type="presParOf" srcId="{3AD2CC66-88A6-3A43-A256-83D02C5A51C6}" destId="{A1CBF0A4-F5E2-324F-9CA9-CC20540C47F9}" srcOrd="1" destOrd="0" presId="urn:microsoft.com/office/officeart/2005/8/layout/pyramid1"/>
    <dgm:cxn modelId="{45514126-EA77-EA48-8024-F315B1885C96}" type="presParOf" srcId="{A1CBF0A4-F5E2-324F-9CA9-CC20540C47F9}" destId="{138958A9-A30B-A645-BEF4-EC92188C90CE}" srcOrd="0" destOrd="0" presId="urn:microsoft.com/office/officeart/2005/8/layout/pyramid1"/>
    <dgm:cxn modelId="{6BE4C758-27C1-4444-BAE0-F4350AB54A3F}" type="presParOf" srcId="{A1CBF0A4-F5E2-324F-9CA9-CC20540C47F9}" destId="{9CD087D8-0311-C449-B414-9F22ACA308E5}" srcOrd="1" destOrd="0" presId="urn:microsoft.com/office/officeart/2005/8/layout/pyramid1"/>
    <dgm:cxn modelId="{2CE2E196-6ECF-9744-B6BB-1E3CF2B745D9}" type="presParOf" srcId="{3AD2CC66-88A6-3A43-A256-83D02C5A51C6}" destId="{59EF5177-33B2-CC41-AA49-8DA222C3D394}" srcOrd="2" destOrd="0" presId="urn:microsoft.com/office/officeart/2005/8/layout/pyramid1"/>
    <dgm:cxn modelId="{0617F54F-80B5-5346-8E5B-855915930A7A}" type="presParOf" srcId="{59EF5177-33B2-CC41-AA49-8DA222C3D394}" destId="{76F31ED9-ED42-B941-AE6C-DCD1BE33515D}" srcOrd="0" destOrd="0" presId="urn:microsoft.com/office/officeart/2005/8/layout/pyramid1"/>
    <dgm:cxn modelId="{A879AE82-7AA1-484D-BC3F-5B25C2B5B49F}" type="presParOf" srcId="{59EF5177-33B2-CC41-AA49-8DA222C3D394}" destId="{5F7F763D-A78C-A84C-8EEF-9089BD38BA10}" srcOrd="1" destOrd="0" presId="urn:microsoft.com/office/officeart/2005/8/layout/pyramid1"/>
    <dgm:cxn modelId="{2DA9A438-4571-AA49-BF97-521B41FBD9EB}" type="presParOf" srcId="{3AD2CC66-88A6-3A43-A256-83D02C5A51C6}" destId="{6C515B82-8D5B-C34F-B928-548726742907}" srcOrd="3" destOrd="0" presId="urn:microsoft.com/office/officeart/2005/8/layout/pyramid1"/>
    <dgm:cxn modelId="{D7497852-9A21-834A-BA3F-EF4481DBD1BD}" type="presParOf" srcId="{6C515B82-8D5B-C34F-B928-548726742907}" destId="{EDE32EC4-7A01-DA48-B7AB-30CA1147812B}" srcOrd="0" destOrd="0" presId="urn:microsoft.com/office/officeart/2005/8/layout/pyramid1"/>
    <dgm:cxn modelId="{C2AD467C-E3AB-C641-AA4C-AF17E0EFFF9F}" type="presParOf" srcId="{6C515B82-8D5B-C34F-B928-548726742907}" destId="{50FA948C-50C2-0041-9021-9B919CA09D8C}" srcOrd="1" destOrd="0" presId="urn:microsoft.com/office/officeart/2005/8/layout/pyramid1"/>
    <dgm:cxn modelId="{83BDB3AE-8E2D-814B-AA49-E972EA4CDC2D}" type="presParOf" srcId="{3AD2CC66-88A6-3A43-A256-83D02C5A51C6}" destId="{CBDB869F-3646-2C47-B3F9-0EC7DDC891B2}" srcOrd="4" destOrd="0" presId="urn:microsoft.com/office/officeart/2005/8/layout/pyramid1"/>
    <dgm:cxn modelId="{723C3190-6FA6-D84D-A93E-A569299625CA}" type="presParOf" srcId="{CBDB869F-3646-2C47-B3F9-0EC7DDC891B2}" destId="{25C66891-C093-3947-8F3E-D77010DF7ABC}" srcOrd="0" destOrd="0" presId="urn:microsoft.com/office/officeart/2005/8/layout/pyramid1"/>
    <dgm:cxn modelId="{066F21AB-B76A-7148-8D14-1B08D60C7EA3}" type="presParOf" srcId="{CBDB869F-3646-2C47-B3F9-0EC7DDC891B2}" destId="{9141C474-911D-9947-A6AE-A7090D5E66AB}" srcOrd="1" destOrd="0" presId="urn:microsoft.com/office/officeart/2005/8/layout/pyramid1"/>
    <dgm:cxn modelId="{5A655005-2115-7D4F-A123-32CAD911357F}" type="presParOf" srcId="{3AD2CC66-88A6-3A43-A256-83D02C5A51C6}" destId="{91C37737-F442-3643-BB63-489CD97EF9FA}" srcOrd="5" destOrd="0" presId="urn:microsoft.com/office/officeart/2005/8/layout/pyramid1"/>
    <dgm:cxn modelId="{3532C781-5EE5-D040-B135-A59180D3EB1C}" type="presParOf" srcId="{91C37737-F442-3643-BB63-489CD97EF9FA}" destId="{8E12950F-896A-A643-809A-4B576B6FADE1}" srcOrd="0" destOrd="0" presId="urn:microsoft.com/office/officeart/2005/8/layout/pyramid1"/>
    <dgm:cxn modelId="{BD58AD8F-E367-2549-B639-FCB7B84E1459}" type="presParOf" srcId="{91C37737-F442-3643-BB63-489CD97EF9FA}" destId="{688ECD8E-A9F5-8540-9BEE-D0AE64CF5CFC}" srcOrd="1" destOrd="0" presId="urn:microsoft.com/office/officeart/2005/8/layout/pyramid1"/>
    <dgm:cxn modelId="{13E96228-213A-904F-AF55-B2BE51C654D7}" type="presParOf" srcId="{3AD2CC66-88A6-3A43-A256-83D02C5A51C6}" destId="{B9E5EE8C-79FD-0E48-951F-FD3C63405CAC}" srcOrd="6" destOrd="0" presId="urn:microsoft.com/office/officeart/2005/8/layout/pyramid1"/>
    <dgm:cxn modelId="{8FF8E63A-75B5-1F42-99C0-ACB21442E58F}" type="presParOf" srcId="{B9E5EE8C-79FD-0E48-951F-FD3C63405CAC}" destId="{F1364463-D7DE-E24B-A241-45501851B3AA}" srcOrd="0" destOrd="0" presId="urn:microsoft.com/office/officeart/2005/8/layout/pyramid1"/>
    <dgm:cxn modelId="{C3321B56-527D-BC49-AE1F-502790233656}" type="presParOf" srcId="{B9E5EE8C-79FD-0E48-951F-FD3C63405CAC}" destId="{CC791127-DE6A-0D47-86E4-71485F8C834C}" srcOrd="1" destOrd="0" presId="urn:microsoft.com/office/officeart/2005/8/layout/pyramid1"/>
    <dgm:cxn modelId="{12265324-F029-DA4C-A905-BBA8656A637E}" type="presParOf" srcId="{3AD2CC66-88A6-3A43-A256-83D02C5A51C6}" destId="{E189F5DA-72DA-3E4E-BEE3-98E9A65FD1F6}" srcOrd="7" destOrd="0" presId="urn:microsoft.com/office/officeart/2005/8/layout/pyramid1"/>
    <dgm:cxn modelId="{78BD27C7-6714-B04D-9B06-D5767F2AE1FB}" type="presParOf" srcId="{E189F5DA-72DA-3E4E-BEE3-98E9A65FD1F6}" destId="{AF212A41-9690-F546-B416-57C98C898A1D}" srcOrd="0" destOrd="0" presId="urn:microsoft.com/office/officeart/2005/8/layout/pyramid1"/>
    <dgm:cxn modelId="{17822869-9CE8-EB4E-A9DF-DCD5D6BD7B82}" type="presParOf" srcId="{E189F5DA-72DA-3E4E-BEE3-98E9A65FD1F6}" destId="{0A4DAA36-70A3-3A4C-A4FF-7C2B58A55135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89FD0D-08CC-EB4A-A5DF-1B9DBE7B621E}" type="doc">
      <dgm:prSet loTypeId="urn:microsoft.com/office/officeart/2005/8/layout/pyramid1" loCatId="" qsTypeId="urn:microsoft.com/office/officeart/2005/8/quickstyle/simple2" qsCatId="simple" csTypeId="urn:microsoft.com/office/officeart/2005/8/colors/accent3_4" csCatId="accent3" phldr="1"/>
      <dgm:spPr/>
    </dgm:pt>
    <dgm:pt modelId="{F6CDD4AB-2A99-B343-8299-09DAF82D64D3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事務次官</a:t>
          </a:r>
        </a:p>
      </dgm:t>
    </dgm:pt>
    <dgm:pt modelId="{08D6CE4A-BE6C-4D46-8A50-91368612AF66}" type="parTrans" cxnId="{C9E1D7C0-FB7D-2B46-BC53-A553522A5218}">
      <dgm:prSet/>
      <dgm:spPr/>
      <dgm:t>
        <a:bodyPr/>
        <a:lstStyle/>
        <a:p>
          <a:endParaRPr kumimoji="1" lang="ja-JP" altLang="en-US"/>
        </a:p>
      </dgm:t>
    </dgm:pt>
    <dgm:pt modelId="{7374A5E6-305D-1E4E-B9D0-B3F0F3E33F01}" type="sibTrans" cxnId="{C9E1D7C0-FB7D-2B46-BC53-A553522A5218}">
      <dgm:prSet/>
      <dgm:spPr/>
      <dgm:t>
        <a:bodyPr/>
        <a:lstStyle/>
        <a:p>
          <a:endParaRPr kumimoji="1" lang="ja-JP" altLang="en-US"/>
        </a:p>
      </dgm:t>
    </dgm:pt>
    <dgm:pt modelId="{DD79DD09-40F6-D24A-AC01-5AC78B22BA11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局長</a:t>
          </a:r>
        </a:p>
      </dgm:t>
    </dgm:pt>
    <dgm:pt modelId="{4DCA80F3-C789-6544-885C-8C15C447A23A}" type="parTrans" cxnId="{21E474FC-26EB-0043-B130-D68CA05972C7}">
      <dgm:prSet/>
      <dgm:spPr/>
      <dgm:t>
        <a:bodyPr/>
        <a:lstStyle/>
        <a:p>
          <a:endParaRPr kumimoji="1" lang="ja-JP" altLang="en-US"/>
        </a:p>
      </dgm:t>
    </dgm:pt>
    <dgm:pt modelId="{50002D2F-4AC9-0848-AFF0-071EE9006E3A}" type="sibTrans" cxnId="{21E474FC-26EB-0043-B130-D68CA05972C7}">
      <dgm:prSet/>
      <dgm:spPr/>
      <dgm:t>
        <a:bodyPr/>
        <a:lstStyle/>
        <a:p>
          <a:endParaRPr kumimoji="1" lang="ja-JP" altLang="en-US"/>
        </a:p>
      </dgm:t>
    </dgm:pt>
    <dgm:pt modelId="{F7B3E139-E59A-A740-B50A-7FA45ED603DD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部長・審議官</a:t>
          </a:r>
        </a:p>
      </dgm:t>
    </dgm:pt>
    <dgm:pt modelId="{D7844E70-E8FD-7344-9802-6FCCF432984F}" type="parTrans" cxnId="{16C9CE1B-3C26-A24A-AEC6-02441A667BA4}">
      <dgm:prSet/>
      <dgm:spPr/>
      <dgm:t>
        <a:bodyPr/>
        <a:lstStyle/>
        <a:p>
          <a:endParaRPr kumimoji="1" lang="ja-JP" altLang="en-US"/>
        </a:p>
      </dgm:t>
    </dgm:pt>
    <dgm:pt modelId="{2FB01BBA-BB56-514A-8A70-88CFC024BDB0}" type="sibTrans" cxnId="{16C9CE1B-3C26-A24A-AEC6-02441A667BA4}">
      <dgm:prSet/>
      <dgm:spPr/>
      <dgm:t>
        <a:bodyPr/>
        <a:lstStyle/>
        <a:p>
          <a:endParaRPr kumimoji="1" lang="ja-JP" altLang="en-US"/>
        </a:p>
      </dgm:t>
    </dgm:pt>
    <dgm:pt modelId="{850958D8-7D07-2F44-963F-493D214A66DA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室長・企画官</a:t>
          </a:r>
        </a:p>
      </dgm:t>
    </dgm:pt>
    <dgm:pt modelId="{0BB4B529-8593-0346-835E-9B7D3D5D6C3A}" type="parTrans" cxnId="{3615E526-16AB-E641-BBA5-0CADB1AC801C}">
      <dgm:prSet/>
      <dgm:spPr/>
      <dgm:t>
        <a:bodyPr/>
        <a:lstStyle/>
        <a:p>
          <a:endParaRPr kumimoji="1" lang="ja-JP" altLang="en-US"/>
        </a:p>
      </dgm:t>
    </dgm:pt>
    <dgm:pt modelId="{2E0ACE65-AF39-8C44-8401-D98852C7276F}" type="sibTrans" cxnId="{3615E526-16AB-E641-BBA5-0CADB1AC801C}">
      <dgm:prSet/>
      <dgm:spPr/>
      <dgm:t>
        <a:bodyPr/>
        <a:lstStyle/>
        <a:p>
          <a:endParaRPr kumimoji="1" lang="ja-JP" altLang="en-US"/>
        </a:p>
      </dgm:t>
    </dgm:pt>
    <dgm:pt modelId="{95782D1F-D851-E94D-B608-96BF0BE8701E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課長補佐</a:t>
          </a:r>
        </a:p>
      </dgm:t>
    </dgm:pt>
    <dgm:pt modelId="{63A8760A-08DB-374E-A26B-BEB2A6F86E2B}" type="parTrans" cxnId="{2FDE969A-6E9A-524E-9C0A-9EAFE9A56F1C}">
      <dgm:prSet/>
      <dgm:spPr/>
      <dgm:t>
        <a:bodyPr/>
        <a:lstStyle/>
        <a:p>
          <a:endParaRPr kumimoji="1" lang="ja-JP" altLang="en-US"/>
        </a:p>
      </dgm:t>
    </dgm:pt>
    <dgm:pt modelId="{427C4D84-3977-CC46-B852-16308ACB54B4}" type="sibTrans" cxnId="{2FDE969A-6E9A-524E-9C0A-9EAFE9A56F1C}">
      <dgm:prSet/>
      <dgm:spPr/>
      <dgm:t>
        <a:bodyPr/>
        <a:lstStyle/>
        <a:p>
          <a:endParaRPr kumimoji="1" lang="ja-JP" altLang="en-US"/>
        </a:p>
      </dgm:t>
    </dgm:pt>
    <dgm:pt modelId="{7443D139-61A7-0145-8805-F8882DDC7D5C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課長</a:t>
          </a:r>
        </a:p>
      </dgm:t>
    </dgm:pt>
    <dgm:pt modelId="{D492241A-3038-6C48-8C47-E5BF51FB75AE}" type="parTrans" cxnId="{2E8298B4-B520-C74E-B857-1B426FF9E4D2}">
      <dgm:prSet/>
      <dgm:spPr/>
      <dgm:t>
        <a:bodyPr/>
        <a:lstStyle/>
        <a:p>
          <a:endParaRPr kumimoji="1" lang="ja-JP" altLang="en-US"/>
        </a:p>
      </dgm:t>
    </dgm:pt>
    <dgm:pt modelId="{9BD379DD-0E48-3047-9153-AF5BB9CC3616}" type="sibTrans" cxnId="{2E8298B4-B520-C74E-B857-1B426FF9E4D2}">
      <dgm:prSet/>
      <dgm:spPr/>
      <dgm:t>
        <a:bodyPr/>
        <a:lstStyle/>
        <a:p>
          <a:endParaRPr kumimoji="1" lang="ja-JP" altLang="en-US"/>
        </a:p>
      </dgm:t>
    </dgm:pt>
    <dgm:pt modelId="{1391C414-B245-7940-BFC7-2DA1C9F0EE12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係長</a:t>
          </a:r>
        </a:p>
      </dgm:t>
    </dgm:pt>
    <dgm:pt modelId="{D8C48D69-212C-CF4B-BFF1-597DCCE18F08}" type="parTrans" cxnId="{D8C54F86-3B10-2445-B633-AD973B5598EF}">
      <dgm:prSet/>
      <dgm:spPr/>
      <dgm:t>
        <a:bodyPr/>
        <a:lstStyle/>
        <a:p>
          <a:endParaRPr kumimoji="1" lang="ja-JP" altLang="en-US"/>
        </a:p>
      </dgm:t>
    </dgm:pt>
    <dgm:pt modelId="{08959778-D44C-6B4E-8275-25956B33CAF4}" type="sibTrans" cxnId="{D8C54F86-3B10-2445-B633-AD973B5598EF}">
      <dgm:prSet/>
      <dgm:spPr/>
      <dgm:t>
        <a:bodyPr/>
        <a:lstStyle/>
        <a:p>
          <a:endParaRPr kumimoji="1" lang="ja-JP" altLang="en-US"/>
        </a:p>
      </dgm:t>
    </dgm:pt>
    <dgm:pt modelId="{09D1DE98-6701-0948-832D-FEA0A7B7E27E}">
      <dgm:prSet phldrT="[テキスト]" custT="1"/>
      <dgm:spPr/>
      <dgm:t>
        <a:bodyPr/>
        <a:lstStyle/>
        <a:p>
          <a:r>
            <a:rPr kumimoji="1" lang="ja-JP" altLang="en-US" sz="2800" b="1" i="0">
              <a:latin typeface="Hiragino Sans W7" panose="020B0400000000000000" pitchFamily="34" charset="-128"/>
              <a:ea typeface="Hiragino Sans W7" panose="020B0400000000000000" pitchFamily="34" charset="-128"/>
            </a:rPr>
            <a:t>係員</a:t>
          </a:r>
        </a:p>
      </dgm:t>
    </dgm:pt>
    <dgm:pt modelId="{56D11491-D116-0949-80BC-F1495E763216}" type="parTrans" cxnId="{87BF92D7-94A9-D944-8826-11D76C6AA672}">
      <dgm:prSet/>
      <dgm:spPr/>
      <dgm:t>
        <a:bodyPr/>
        <a:lstStyle/>
        <a:p>
          <a:endParaRPr kumimoji="1" lang="ja-JP" altLang="en-US"/>
        </a:p>
      </dgm:t>
    </dgm:pt>
    <dgm:pt modelId="{D7EEF697-4A1B-654D-9E5A-8D20F80AC5D7}" type="sibTrans" cxnId="{87BF92D7-94A9-D944-8826-11D76C6AA672}">
      <dgm:prSet/>
      <dgm:spPr/>
      <dgm:t>
        <a:bodyPr/>
        <a:lstStyle/>
        <a:p>
          <a:endParaRPr kumimoji="1" lang="ja-JP" altLang="en-US"/>
        </a:p>
      </dgm:t>
    </dgm:pt>
    <dgm:pt modelId="{3AD2CC66-88A6-3A43-A256-83D02C5A51C6}" type="pres">
      <dgm:prSet presAssocID="{0389FD0D-08CC-EB4A-A5DF-1B9DBE7B621E}" presName="Name0" presStyleCnt="0">
        <dgm:presLayoutVars>
          <dgm:dir/>
          <dgm:animLvl val="lvl"/>
          <dgm:resizeHandles val="exact"/>
        </dgm:presLayoutVars>
      </dgm:prSet>
      <dgm:spPr/>
    </dgm:pt>
    <dgm:pt modelId="{3784CF05-224A-EE45-9F2B-BD7A592AF553}" type="pres">
      <dgm:prSet presAssocID="{F6CDD4AB-2A99-B343-8299-09DAF82D64D3}" presName="Name8" presStyleCnt="0"/>
      <dgm:spPr/>
    </dgm:pt>
    <dgm:pt modelId="{1C19F794-3B38-1C44-ABC1-E6A1B91F38A9}" type="pres">
      <dgm:prSet presAssocID="{F6CDD4AB-2A99-B343-8299-09DAF82D64D3}" presName="level" presStyleLbl="node1" presStyleIdx="0" presStyleCnt="8">
        <dgm:presLayoutVars>
          <dgm:chMax val="1"/>
          <dgm:bulletEnabled val="1"/>
        </dgm:presLayoutVars>
      </dgm:prSet>
      <dgm:spPr/>
    </dgm:pt>
    <dgm:pt modelId="{6D55B128-0737-094B-87C7-98DCC20D82FE}" type="pres">
      <dgm:prSet presAssocID="{F6CDD4AB-2A99-B343-8299-09DAF82D64D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1CBF0A4-F5E2-324F-9CA9-CC20540C47F9}" type="pres">
      <dgm:prSet presAssocID="{DD79DD09-40F6-D24A-AC01-5AC78B22BA11}" presName="Name8" presStyleCnt="0"/>
      <dgm:spPr/>
    </dgm:pt>
    <dgm:pt modelId="{138958A9-A30B-A645-BEF4-EC92188C90CE}" type="pres">
      <dgm:prSet presAssocID="{DD79DD09-40F6-D24A-AC01-5AC78B22BA11}" presName="level" presStyleLbl="node1" presStyleIdx="1" presStyleCnt="8">
        <dgm:presLayoutVars>
          <dgm:chMax val="1"/>
          <dgm:bulletEnabled val="1"/>
        </dgm:presLayoutVars>
      </dgm:prSet>
      <dgm:spPr/>
    </dgm:pt>
    <dgm:pt modelId="{9CD087D8-0311-C449-B414-9F22ACA308E5}" type="pres">
      <dgm:prSet presAssocID="{DD79DD09-40F6-D24A-AC01-5AC78B22BA1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9EF5177-33B2-CC41-AA49-8DA222C3D394}" type="pres">
      <dgm:prSet presAssocID="{F7B3E139-E59A-A740-B50A-7FA45ED603DD}" presName="Name8" presStyleCnt="0"/>
      <dgm:spPr/>
    </dgm:pt>
    <dgm:pt modelId="{76F31ED9-ED42-B941-AE6C-DCD1BE33515D}" type="pres">
      <dgm:prSet presAssocID="{F7B3E139-E59A-A740-B50A-7FA45ED603DD}" presName="level" presStyleLbl="node1" presStyleIdx="2" presStyleCnt="8">
        <dgm:presLayoutVars>
          <dgm:chMax val="1"/>
          <dgm:bulletEnabled val="1"/>
        </dgm:presLayoutVars>
      </dgm:prSet>
      <dgm:spPr/>
    </dgm:pt>
    <dgm:pt modelId="{5F7F763D-A78C-A84C-8EEF-9089BD38BA10}" type="pres">
      <dgm:prSet presAssocID="{F7B3E139-E59A-A740-B50A-7FA45ED603D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C515B82-8D5B-C34F-B928-548726742907}" type="pres">
      <dgm:prSet presAssocID="{7443D139-61A7-0145-8805-F8882DDC7D5C}" presName="Name8" presStyleCnt="0"/>
      <dgm:spPr/>
    </dgm:pt>
    <dgm:pt modelId="{EDE32EC4-7A01-DA48-B7AB-30CA1147812B}" type="pres">
      <dgm:prSet presAssocID="{7443D139-61A7-0145-8805-F8882DDC7D5C}" presName="level" presStyleLbl="node1" presStyleIdx="3" presStyleCnt="8">
        <dgm:presLayoutVars>
          <dgm:chMax val="1"/>
          <dgm:bulletEnabled val="1"/>
        </dgm:presLayoutVars>
      </dgm:prSet>
      <dgm:spPr/>
    </dgm:pt>
    <dgm:pt modelId="{50FA948C-50C2-0041-9021-9B919CA09D8C}" type="pres">
      <dgm:prSet presAssocID="{7443D139-61A7-0145-8805-F8882DDC7D5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BDB869F-3646-2C47-B3F9-0EC7DDC891B2}" type="pres">
      <dgm:prSet presAssocID="{850958D8-7D07-2F44-963F-493D214A66DA}" presName="Name8" presStyleCnt="0"/>
      <dgm:spPr/>
    </dgm:pt>
    <dgm:pt modelId="{25C66891-C093-3947-8F3E-D77010DF7ABC}" type="pres">
      <dgm:prSet presAssocID="{850958D8-7D07-2F44-963F-493D214A66DA}" presName="level" presStyleLbl="node1" presStyleIdx="4" presStyleCnt="8">
        <dgm:presLayoutVars>
          <dgm:chMax val="1"/>
          <dgm:bulletEnabled val="1"/>
        </dgm:presLayoutVars>
      </dgm:prSet>
      <dgm:spPr/>
    </dgm:pt>
    <dgm:pt modelId="{9141C474-911D-9947-A6AE-A7090D5E66AB}" type="pres">
      <dgm:prSet presAssocID="{850958D8-7D07-2F44-963F-493D214A66D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1C37737-F442-3643-BB63-489CD97EF9FA}" type="pres">
      <dgm:prSet presAssocID="{95782D1F-D851-E94D-B608-96BF0BE8701E}" presName="Name8" presStyleCnt="0"/>
      <dgm:spPr/>
    </dgm:pt>
    <dgm:pt modelId="{8E12950F-896A-A643-809A-4B576B6FADE1}" type="pres">
      <dgm:prSet presAssocID="{95782D1F-D851-E94D-B608-96BF0BE8701E}" presName="level" presStyleLbl="node1" presStyleIdx="5" presStyleCnt="8">
        <dgm:presLayoutVars>
          <dgm:chMax val="1"/>
          <dgm:bulletEnabled val="1"/>
        </dgm:presLayoutVars>
      </dgm:prSet>
      <dgm:spPr/>
    </dgm:pt>
    <dgm:pt modelId="{688ECD8E-A9F5-8540-9BEE-D0AE64CF5CFC}" type="pres">
      <dgm:prSet presAssocID="{95782D1F-D851-E94D-B608-96BF0BE8701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9E5EE8C-79FD-0E48-951F-FD3C63405CAC}" type="pres">
      <dgm:prSet presAssocID="{1391C414-B245-7940-BFC7-2DA1C9F0EE12}" presName="Name8" presStyleCnt="0"/>
      <dgm:spPr/>
    </dgm:pt>
    <dgm:pt modelId="{F1364463-D7DE-E24B-A241-45501851B3AA}" type="pres">
      <dgm:prSet presAssocID="{1391C414-B245-7940-BFC7-2DA1C9F0EE12}" presName="level" presStyleLbl="node1" presStyleIdx="6" presStyleCnt="8">
        <dgm:presLayoutVars>
          <dgm:chMax val="1"/>
          <dgm:bulletEnabled val="1"/>
        </dgm:presLayoutVars>
      </dgm:prSet>
      <dgm:spPr/>
    </dgm:pt>
    <dgm:pt modelId="{CC791127-DE6A-0D47-86E4-71485F8C834C}" type="pres">
      <dgm:prSet presAssocID="{1391C414-B245-7940-BFC7-2DA1C9F0EE1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189F5DA-72DA-3E4E-BEE3-98E9A65FD1F6}" type="pres">
      <dgm:prSet presAssocID="{09D1DE98-6701-0948-832D-FEA0A7B7E27E}" presName="Name8" presStyleCnt="0"/>
      <dgm:spPr/>
    </dgm:pt>
    <dgm:pt modelId="{AF212A41-9690-F546-B416-57C98C898A1D}" type="pres">
      <dgm:prSet presAssocID="{09D1DE98-6701-0948-832D-FEA0A7B7E27E}" presName="level" presStyleLbl="node1" presStyleIdx="7" presStyleCnt="8">
        <dgm:presLayoutVars>
          <dgm:chMax val="1"/>
          <dgm:bulletEnabled val="1"/>
        </dgm:presLayoutVars>
      </dgm:prSet>
      <dgm:spPr/>
    </dgm:pt>
    <dgm:pt modelId="{0A4DAA36-70A3-3A4C-A4FF-7C2B58A55135}" type="pres">
      <dgm:prSet presAssocID="{09D1DE98-6701-0948-832D-FEA0A7B7E27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7A2431B-7CB9-804A-8956-9F927D7F751F}" type="presOf" srcId="{0389FD0D-08CC-EB4A-A5DF-1B9DBE7B621E}" destId="{3AD2CC66-88A6-3A43-A256-83D02C5A51C6}" srcOrd="0" destOrd="0" presId="urn:microsoft.com/office/officeart/2005/8/layout/pyramid1"/>
    <dgm:cxn modelId="{16C9CE1B-3C26-A24A-AEC6-02441A667BA4}" srcId="{0389FD0D-08CC-EB4A-A5DF-1B9DBE7B621E}" destId="{F7B3E139-E59A-A740-B50A-7FA45ED603DD}" srcOrd="2" destOrd="0" parTransId="{D7844E70-E8FD-7344-9802-6FCCF432984F}" sibTransId="{2FB01BBA-BB56-514A-8A70-88CFC024BDB0}"/>
    <dgm:cxn modelId="{CF16721F-2D1C-DF4E-AC07-E98B2FC7576D}" type="presOf" srcId="{1391C414-B245-7940-BFC7-2DA1C9F0EE12}" destId="{F1364463-D7DE-E24B-A241-45501851B3AA}" srcOrd="0" destOrd="0" presId="urn:microsoft.com/office/officeart/2005/8/layout/pyramid1"/>
    <dgm:cxn modelId="{3615E526-16AB-E641-BBA5-0CADB1AC801C}" srcId="{0389FD0D-08CC-EB4A-A5DF-1B9DBE7B621E}" destId="{850958D8-7D07-2F44-963F-493D214A66DA}" srcOrd="4" destOrd="0" parTransId="{0BB4B529-8593-0346-835E-9B7D3D5D6C3A}" sibTransId="{2E0ACE65-AF39-8C44-8401-D98852C7276F}"/>
    <dgm:cxn modelId="{49F89538-A8AE-9241-9B81-2EC1494E7834}" type="presOf" srcId="{DD79DD09-40F6-D24A-AC01-5AC78B22BA11}" destId="{9CD087D8-0311-C449-B414-9F22ACA308E5}" srcOrd="1" destOrd="0" presId="urn:microsoft.com/office/officeart/2005/8/layout/pyramid1"/>
    <dgm:cxn modelId="{5914DD49-C8D9-4146-B221-F4B9F9AB3C20}" type="presOf" srcId="{95782D1F-D851-E94D-B608-96BF0BE8701E}" destId="{688ECD8E-A9F5-8540-9BEE-D0AE64CF5CFC}" srcOrd="1" destOrd="0" presId="urn:microsoft.com/office/officeart/2005/8/layout/pyramid1"/>
    <dgm:cxn modelId="{3F9DB56A-94C8-D14B-AECE-F8E849412D72}" type="presOf" srcId="{F6CDD4AB-2A99-B343-8299-09DAF82D64D3}" destId="{6D55B128-0737-094B-87C7-98DCC20D82FE}" srcOrd="1" destOrd="0" presId="urn:microsoft.com/office/officeart/2005/8/layout/pyramid1"/>
    <dgm:cxn modelId="{8B5F8E6E-F68E-BB4E-A5E0-2ED6E1047BEB}" type="presOf" srcId="{F7B3E139-E59A-A740-B50A-7FA45ED603DD}" destId="{76F31ED9-ED42-B941-AE6C-DCD1BE33515D}" srcOrd="0" destOrd="0" presId="urn:microsoft.com/office/officeart/2005/8/layout/pyramid1"/>
    <dgm:cxn modelId="{18CED37D-8F33-114B-8944-915210CDFFC3}" type="presOf" srcId="{7443D139-61A7-0145-8805-F8882DDC7D5C}" destId="{50FA948C-50C2-0041-9021-9B919CA09D8C}" srcOrd="1" destOrd="0" presId="urn:microsoft.com/office/officeart/2005/8/layout/pyramid1"/>
    <dgm:cxn modelId="{0ED7BE81-4CEB-E049-B53F-D82DB6DED31E}" type="presOf" srcId="{09D1DE98-6701-0948-832D-FEA0A7B7E27E}" destId="{0A4DAA36-70A3-3A4C-A4FF-7C2B58A55135}" srcOrd="1" destOrd="0" presId="urn:microsoft.com/office/officeart/2005/8/layout/pyramid1"/>
    <dgm:cxn modelId="{2E479A83-0D06-BE47-A35C-5A6F05355DE8}" type="presOf" srcId="{95782D1F-D851-E94D-B608-96BF0BE8701E}" destId="{8E12950F-896A-A643-809A-4B576B6FADE1}" srcOrd="0" destOrd="0" presId="urn:microsoft.com/office/officeart/2005/8/layout/pyramid1"/>
    <dgm:cxn modelId="{9A42D783-F896-5849-AB5C-FBCF6375DE0A}" type="presOf" srcId="{850958D8-7D07-2F44-963F-493D214A66DA}" destId="{25C66891-C093-3947-8F3E-D77010DF7ABC}" srcOrd="0" destOrd="0" presId="urn:microsoft.com/office/officeart/2005/8/layout/pyramid1"/>
    <dgm:cxn modelId="{D8C54F86-3B10-2445-B633-AD973B5598EF}" srcId="{0389FD0D-08CC-EB4A-A5DF-1B9DBE7B621E}" destId="{1391C414-B245-7940-BFC7-2DA1C9F0EE12}" srcOrd="6" destOrd="0" parTransId="{D8C48D69-212C-CF4B-BFF1-597DCCE18F08}" sibTransId="{08959778-D44C-6B4E-8275-25956B33CAF4}"/>
    <dgm:cxn modelId="{2FDE969A-6E9A-524E-9C0A-9EAFE9A56F1C}" srcId="{0389FD0D-08CC-EB4A-A5DF-1B9DBE7B621E}" destId="{95782D1F-D851-E94D-B608-96BF0BE8701E}" srcOrd="5" destOrd="0" parTransId="{63A8760A-08DB-374E-A26B-BEB2A6F86E2B}" sibTransId="{427C4D84-3977-CC46-B852-16308ACB54B4}"/>
    <dgm:cxn modelId="{0E15AAA4-50B6-4F4E-841B-295E8965165F}" type="presOf" srcId="{850958D8-7D07-2F44-963F-493D214A66DA}" destId="{9141C474-911D-9947-A6AE-A7090D5E66AB}" srcOrd="1" destOrd="0" presId="urn:microsoft.com/office/officeart/2005/8/layout/pyramid1"/>
    <dgm:cxn modelId="{2E8298B4-B520-C74E-B857-1B426FF9E4D2}" srcId="{0389FD0D-08CC-EB4A-A5DF-1B9DBE7B621E}" destId="{7443D139-61A7-0145-8805-F8882DDC7D5C}" srcOrd="3" destOrd="0" parTransId="{D492241A-3038-6C48-8C47-E5BF51FB75AE}" sibTransId="{9BD379DD-0E48-3047-9153-AF5BB9CC3616}"/>
    <dgm:cxn modelId="{C62E1EBF-453E-2C45-9E47-0CF42BEB02F2}" type="presOf" srcId="{1391C414-B245-7940-BFC7-2DA1C9F0EE12}" destId="{CC791127-DE6A-0D47-86E4-71485F8C834C}" srcOrd="1" destOrd="0" presId="urn:microsoft.com/office/officeart/2005/8/layout/pyramid1"/>
    <dgm:cxn modelId="{C9E1D7C0-FB7D-2B46-BC53-A553522A5218}" srcId="{0389FD0D-08CC-EB4A-A5DF-1B9DBE7B621E}" destId="{F6CDD4AB-2A99-B343-8299-09DAF82D64D3}" srcOrd="0" destOrd="0" parTransId="{08D6CE4A-BE6C-4D46-8A50-91368612AF66}" sibTransId="{7374A5E6-305D-1E4E-B9D0-B3F0F3E33F01}"/>
    <dgm:cxn modelId="{87BF92D7-94A9-D944-8826-11D76C6AA672}" srcId="{0389FD0D-08CC-EB4A-A5DF-1B9DBE7B621E}" destId="{09D1DE98-6701-0948-832D-FEA0A7B7E27E}" srcOrd="7" destOrd="0" parTransId="{56D11491-D116-0949-80BC-F1495E763216}" sibTransId="{D7EEF697-4A1B-654D-9E5A-8D20F80AC5D7}"/>
    <dgm:cxn modelId="{E4582ADE-1A9E-0C46-BAE3-576581C2CB21}" type="presOf" srcId="{DD79DD09-40F6-D24A-AC01-5AC78B22BA11}" destId="{138958A9-A30B-A645-BEF4-EC92188C90CE}" srcOrd="0" destOrd="0" presId="urn:microsoft.com/office/officeart/2005/8/layout/pyramid1"/>
    <dgm:cxn modelId="{E75CD3E2-3046-334C-88F5-2A589335916C}" type="presOf" srcId="{F6CDD4AB-2A99-B343-8299-09DAF82D64D3}" destId="{1C19F794-3B38-1C44-ABC1-E6A1B91F38A9}" srcOrd="0" destOrd="0" presId="urn:microsoft.com/office/officeart/2005/8/layout/pyramid1"/>
    <dgm:cxn modelId="{432641F0-E213-C24A-BE89-15A16DA3026D}" type="presOf" srcId="{F7B3E139-E59A-A740-B50A-7FA45ED603DD}" destId="{5F7F763D-A78C-A84C-8EEF-9089BD38BA10}" srcOrd="1" destOrd="0" presId="urn:microsoft.com/office/officeart/2005/8/layout/pyramid1"/>
    <dgm:cxn modelId="{FA94F2F3-72FD-5547-BCB4-7FBED463AD50}" type="presOf" srcId="{7443D139-61A7-0145-8805-F8882DDC7D5C}" destId="{EDE32EC4-7A01-DA48-B7AB-30CA1147812B}" srcOrd="0" destOrd="0" presId="urn:microsoft.com/office/officeart/2005/8/layout/pyramid1"/>
    <dgm:cxn modelId="{9291E8F9-A746-384A-9088-8D1D1E15D077}" type="presOf" srcId="{09D1DE98-6701-0948-832D-FEA0A7B7E27E}" destId="{AF212A41-9690-F546-B416-57C98C898A1D}" srcOrd="0" destOrd="0" presId="urn:microsoft.com/office/officeart/2005/8/layout/pyramid1"/>
    <dgm:cxn modelId="{21E474FC-26EB-0043-B130-D68CA05972C7}" srcId="{0389FD0D-08CC-EB4A-A5DF-1B9DBE7B621E}" destId="{DD79DD09-40F6-D24A-AC01-5AC78B22BA11}" srcOrd="1" destOrd="0" parTransId="{4DCA80F3-C789-6544-885C-8C15C447A23A}" sibTransId="{50002D2F-4AC9-0848-AFF0-071EE9006E3A}"/>
    <dgm:cxn modelId="{B7A0F423-698C-3A45-ACAC-0D12E285396C}" type="presParOf" srcId="{3AD2CC66-88A6-3A43-A256-83D02C5A51C6}" destId="{3784CF05-224A-EE45-9F2B-BD7A592AF553}" srcOrd="0" destOrd="0" presId="urn:microsoft.com/office/officeart/2005/8/layout/pyramid1"/>
    <dgm:cxn modelId="{F8A0400D-500D-6C49-B059-9527489E3D91}" type="presParOf" srcId="{3784CF05-224A-EE45-9F2B-BD7A592AF553}" destId="{1C19F794-3B38-1C44-ABC1-E6A1B91F38A9}" srcOrd="0" destOrd="0" presId="urn:microsoft.com/office/officeart/2005/8/layout/pyramid1"/>
    <dgm:cxn modelId="{CF375F8E-CCA3-8D4F-ACA4-118D63D4AE3C}" type="presParOf" srcId="{3784CF05-224A-EE45-9F2B-BD7A592AF553}" destId="{6D55B128-0737-094B-87C7-98DCC20D82FE}" srcOrd="1" destOrd="0" presId="urn:microsoft.com/office/officeart/2005/8/layout/pyramid1"/>
    <dgm:cxn modelId="{135C4C01-FF76-3A45-B329-E23113429950}" type="presParOf" srcId="{3AD2CC66-88A6-3A43-A256-83D02C5A51C6}" destId="{A1CBF0A4-F5E2-324F-9CA9-CC20540C47F9}" srcOrd="1" destOrd="0" presId="urn:microsoft.com/office/officeart/2005/8/layout/pyramid1"/>
    <dgm:cxn modelId="{45514126-EA77-EA48-8024-F315B1885C96}" type="presParOf" srcId="{A1CBF0A4-F5E2-324F-9CA9-CC20540C47F9}" destId="{138958A9-A30B-A645-BEF4-EC92188C90CE}" srcOrd="0" destOrd="0" presId="urn:microsoft.com/office/officeart/2005/8/layout/pyramid1"/>
    <dgm:cxn modelId="{6BE4C758-27C1-4444-BAE0-F4350AB54A3F}" type="presParOf" srcId="{A1CBF0A4-F5E2-324F-9CA9-CC20540C47F9}" destId="{9CD087D8-0311-C449-B414-9F22ACA308E5}" srcOrd="1" destOrd="0" presId="urn:microsoft.com/office/officeart/2005/8/layout/pyramid1"/>
    <dgm:cxn modelId="{2CE2E196-6ECF-9744-B6BB-1E3CF2B745D9}" type="presParOf" srcId="{3AD2CC66-88A6-3A43-A256-83D02C5A51C6}" destId="{59EF5177-33B2-CC41-AA49-8DA222C3D394}" srcOrd="2" destOrd="0" presId="urn:microsoft.com/office/officeart/2005/8/layout/pyramid1"/>
    <dgm:cxn modelId="{0617F54F-80B5-5346-8E5B-855915930A7A}" type="presParOf" srcId="{59EF5177-33B2-CC41-AA49-8DA222C3D394}" destId="{76F31ED9-ED42-B941-AE6C-DCD1BE33515D}" srcOrd="0" destOrd="0" presId="urn:microsoft.com/office/officeart/2005/8/layout/pyramid1"/>
    <dgm:cxn modelId="{A879AE82-7AA1-484D-BC3F-5B25C2B5B49F}" type="presParOf" srcId="{59EF5177-33B2-CC41-AA49-8DA222C3D394}" destId="{5F7F763D-A78C-A84C-8EEF-9089BD38BA10}" srcOrd="1" destOrd="0" presId="urn:microsoft.com/office/officeart/2005/8/layout/pyramid1"/>
    <dgm:cxn modelId="{2DA9A438-4571-AA49-BF97-521B41FBD9EB}" type="presParOf" srcId="{3AD2CC66-88A6-3A43-A256-83D02C5A51C6}" destId="{6C515B82-8D5B-C34F-B928-548726742907}" srcOrd="3" destOrd="0" presId="urn:microsoft.com/office/officeart/2005/8/layout/pyramid1"/>
    <dgm:cxn modelId="{D7497852-9A21-834A-BA3F-EF4481DBD1BD}" type="presParOf" srcId="{6C515B82-8D5B-C34F-B928-548726742907}" destId="{EDE32EC4-7A01-DA48-B7AB-30CA1147812B}" srcOrd="0" destOrd="0" presId="urn:microsoft.com/office/officeart/2005/8/layout/pyramid1"/>
    <dgm:cxn modelId="{C2AD467C-E3AB-C641-AA4C-AF17E0EFFF9F}" type="presParOf" srcId="{6C515B82-8D5B-C34F-B928-548726742907}" destId="{50FA948C-50C2-0041-9021-9B919CA09D8C}" srcOrd="1" destOrd="0" presId="urn:microsoft.com/office/officeart/2005/8/layout/pyramid1"/>
    <dgm:cxn modelId="{83BDB3AE-8E2D-814B-AA49-E972EA4CDC2D}" type="presParOf" srcId="{3AD2CC66-88A6-3A43-A256-83D02C5A51C6}" destId="{CBDB869F-3646-2C47-B3F9-0EC7DDC891B2}" srcOrd="4" destOrd="0" presId="urn:microsoft.com/office/officeart/2005/8/layout/pyramid1"/>
    <dgm:cxn modelId="{723C3190-6FA6-D84D-A93E-A569299625CA}" type="presParOf" srcId="{CBDB869F-3646-2C47-B3F9-0EC7DDC891B2}" destId="{25C66891-C093-3947-8F3E-D77010DF7ABC}" srcOrd="0" destOrd="0" presId="urn:microsoft.com/office/officeart/2005/8/layout/pyramid1"/>
    <dgm:cxn modelId="{066F21AB-B76A-7148-8D14-1B08D60C7EA3}" type="presParOf" srcId="{CBDB869F-3646-2C47-B3F9-0EC7DDC891B2}" destId="{9141C474-911D-9947-A6AE-A7090D5E66AB}" srcOrd="1" destOrd="0" presId="urn:microsoft.com/office/officeart/2005/8/layout/pyramid1"/>
    <dgm:cxn modelId="{5A655005-2115-7D4F-A123-32CAD911357F}" type="presParOf" srcId="{3AD2CC66-88A6-3A43-A256-83D02C5A51C6}" destId="{91C37737-F442-3643-BB63-489CD97EF9FA}" srcOrd="5" destOrd="0" presId="urn:microsoft.com/office/officeart/2005/8/layout/pyramid1"/>
    <dgm:cxn modelId="{3532C781-5EE5-D040-B135-A59180D3EB1C}" type="presParOf" srcId="{91C37737-F442-3643-BB63-489CD97EF9FA}" destId="{8E12950F-896A-A643-809A-4B576B6FADE1}" srcOrd="0" destOrd="0" presId="urn:microsoft.com/office/officeart/2005/8/layout/pyramid1"/>
    <dgm:cxn modelId="{BD58AD8F-E367-2549-B639-FCB7B84E1459}" type="presParOf" srcId="{91C37737-F442-3643-BB63-489CD97EF9FA}" destId="{688ECD8E-A9F5-8540-9BEE-D0AE64CF5CFC}" srcOrd="1" destOrd="0" presId="urn:microsoft.com/office/officeart/2005/8/layout/pyramid1"/>
    <dgm:cxn modelId="{13E96228-213A-904F-AF55-B2BE51C654D7}" type="presParOf" srcId="{3AD2CC66-88A6-3A43-A256-83D02C5A51C6}" destId="{B9E5EE8C-79FD-0E48-951F-FD3C63405CAC}" srcOrd="6" destOrd="0" presId="urn:microsoft.com/office/officeart/2005/8/layout/pyramid1"/>
    <dgm:cxn modelId="{8FF8E63A-75B5-1F42-99C0-ACB21442E58F}" type="presParOf" srcId="{B9E5EE8C-79FD-0E48-951F-FD3C63405CAC}" destId="{F1364463-D7DE-E24B-A241-45501851B3AA}" srcOrd="0" destOrd="0" presId="urn:microsoft.com/office/officeart/2005/8/layout/pyramid1"/>
    <dgm:cxn modelId="{C3321B56-527D-BC49-AE1F-502790233656}" type="presParOf" srcId="{B9E5EE8C-79FD-0E48-951F-FD3C63405CAC}" destId="{CC791127-DE6A-0D47-86E4-71485F8C834C}" srcOrd="1" destOrd="0" presId="urn:microsoft.com/office/officeart/2005/8/layout/pyramid1"/>
    <dgm:cxn modelId="{12265324-F029-DA4C-A905-BBA8656A637E}" type="presParOf" srcId="{3AD2CC66-88A6-3A43-A256-83D02C5A51C6}" destId="{E189F5DA-72DA-3E4E-BEE3-98E9A65FD1F6}" srcOrd="7" destOrd="0" presId="urn:microsoft.com/office/officeart/2005/8/layout/pyramid1"/>
    <dgm:cxn modelId="{78BD27C7-6714-B04D-9B06-D5767F2AE1FB}" type="presParOf" srcId="{E189F5DA-72DA-3E4E-BEE3-98E9A65FD1F6}" destId="{AF212A41-9690-F546-B416-57C98C898A1D}" srcOrd="0" destOrd="0" presId="urn:microsoft.com/office/officeart/2005/8/layout/pyramid1"/>
    <dgm:cxn modelId="{17822869-9CE8-EB4E-A9DF-DCD5D6BD7B82}" type="presParOf" srcId="{E189F5DA-72DA-3E4E-BEE3-98E9A65FD1F6}" destId="{0A4DAA36-70A3-3A4C-A4FF-7C2B58A55135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9F794-3B38-1C44-ABC1-E6A1B91F38A9}">
      <dsp:nvSpPr>
        <dsp:cNvPr id="0" name=""/>
        <dsp:cNvSpPr/>
      </dsp:nvSpPr>
      <dsp:spPr>
        <a:xfrm>
          <a:off x="2759666" y="0"/>
          <a:ext cx="788476" cy="1200149"/>
        </a:xfrm>
        <a:prstGeom prst="trapezoid">
          <a:avLst>
            <a:gd name="adj" fmla="val 5000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事務次官</a:t>
          </a:r>
        </a:p>
      </dsp:txBody>
      <dsp:txXfrm>
        <a:off x="2759666" y="0"/>
        <a:ext cx="788476" cy="1200149"/>
      </dsp:txXfrm>
    </dsp:sp>
    <dsp:sp modelId="{138958A9-A30B-A645-BEF4-EC92188C90CE}">
      <dsp:nvSpPr>
        <dsp:cNvPr id="0" name=""/>
        <dsp:cNvSpPr/>
      </dsp:nvSpPr>
      <dsp:spPr>
        <a:xfrm>
          <a:off x="2365428" y="1200149"/>
          <a:ext cx="1576952" cy="1200149"/>
        </a:xfrm>
        <a:prstGeom prst="trapezoid">
          <a:avLst>
            <a:gd name="adj" fmla="val 32849"/>
          </a:avLst>
        </a:prstGeom>
        <a:solidFill>
          <a:schemeClr val="accent3">
            <a:shade val="50000"/>
            <a:hueOff val="0"/>
            <a:satOff val="0"/>
            <a:lumOff val="89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局長</a:t>
          </a:r>
        </a:p>
      </dsp:txBody>
      <dsp:txXfrm>
        <a:off x="2641395" y="1200149"/>
        <a:ext cx="1025019" cy="1200149"/>
      </dsp:txXfrm>
    </dsp:sp>
    <dsp:sp modelId="{76F31ED9-ED42-B941-AE6C-DCD1BE33515D}">
      <dsp:nvSpPr>
        <dsp:cNvPr id="0" name=""/>
        <dsp:cNvSpPr/>
      </dsp:nvSpPr>
      <dsp:spPr>
        <a:xfrm>
          <a:off x="1971190" y="2400299"/>
          <a:ext cx="2365428" cy="1200149"/>
        </a:xfrm>
        <a:prstGeom prst="trapezoid">
          <a:avLst>
            <a:gd name="adj" fmla="val 32849"/>
          </a:avLst>
        </a:prstGeom>
        <a:solidFill>
          <a:schemeClr val="accent3">
            <a:shade val="50000"/>
            <a:hueOff val="0"/>
            <a:satOff val="0"/>
            <a:lumOff val="17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部長・審議官</a:t>
          </a:r>
        </a:p>
      </dsp:txBody>
      <dsp:txXfrm>
        <a:off x="2385140" y="2400299"/>
        <a:ext cx="1537528" cy="1200149"/>
      </dsp:txXfrm>
    </dsp:sp>
    <dsp:sp modelId="{EDE32EC4-7A01-DA48-B7AB-30CA1147812B}">
      <dsp:nvSpPr>
        <dsp:cNvPr id="0" name=""/>
        <dsp:cNvSpPr/>
      </dsp:nvSpPr>
      <dsp:spPr>
        <a:xfrm>
          <a:off x="1576952" y="3600449"/>
          <a:ext cx="3153905" cy="1200149"/>
        </a:xfrm>
        <a:prstGeom prst="trapezoid">
          <a:avLst>
            <a:gd name="adj" fmla="val 32849"/>
          </a:avLst>
        </a:prstGeom>
        <a:solidFill>
          <a:schemeClr val="accent3">
            <a:shade val="50000"/>
            <a:hueOff val="0"/>
            <a:satOff val="0"/>
            <a:lumOff val="269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課長</a:t>
          </a:r>
        </a:p>
      </dsp:txBody>
      <dsp:txXfrm>
        <a:off x="2128885" y="3600449"/>
        <a:ext cx="2050038" cy="1200149"/>
      </dsp:txXfrm>
    </dsp:sp>
    <dsp:sp modelId="{25C66891-C093-3947-8F3E-D77010DF7ABC}">
      <dsp:nvSpPr>
        <dsp:cNvPr id="0" name=""/>
        <dsp:cNvSpPr/>
      </dsp:nvSpPr>
      <dsp:spPr>
        <a:xfrm>
          <a:off x="1182714" y="4800599"/>
          <a:ext cx="3942381" cy="1200149"/>
        </a:xfrm>
        <a:prstGeom prst="trapezoid">
          <a:avLst>
            <a:gd name="adj" fmla="val 32849"/>
          </a:avLst>
        </a:prstGeom>
        <a:solidFill>
          <a:schemeClr val="accent3">
            <a:shade val="50000"/>
            <a:hueOff val="0"/>
            <a:satOff val="0"/>
            <a:lumOff val="3596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室長・企画官</a:t>
          </a:r>
        </a:p>
      </dsp:txBody>
      <dsp:txXfrm>
        <a:off x="1872631" y="4800599"/>
        <a:ext cx="2562547" cy="1200149"/>
      </dsp:txXfrm>
    </dsp:sp>
    <dsp:sp modelId="{8E12950F-896A-A643-809A-4B576B6FADE1}">
      <dsp:nvSpPr>
        <dsp:cNvPr id="0" name=""/>
        <dsp:cNvSpPr/>
      </dsp:nvSpPr>
      <dsp:spPr>
        <a:xfrm>
          <a:off x="788476" y="6000749"/>
          <a:ext cx="4730857" cy="1200149"/>
        </a:xfrm>
        <a:prstGeom prst="trapezoid">
          <a:avLst>
            <a:gd name="adj" fmla="val 32849"/>
          </a:avLst>
        </a:prstGeom>
        <a:solidFill>
          <a:schemeClr val="accent3">
            <a:shade val="50000"/>
            <a:hueOff val="0"/>
            <a:satOff val="0"/>
            <a:lumOff val="269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課長補佐</a:t>
          </a:r>
        </a:p>
      </dsp:txBody>
      <dsp:txXfrm>
        <a:off x="1616376" y="6000749"/>
        <a:ext cx="3075057" cy="1200149"/>
      </dsp:txXfrm>
    </dsp:sp>
    <dsp:sp modelId="{F1364463-D7DE-E24B-A241-45501851B3AA}">
      <dsp:nvSpPr>
        <dsp:cNvPr id="0" name=""/>
        <dsp:cNvSpPr/>
      </dsp:nvSpPr>
      <dsp:spPr>
        <a:xfrm>
          <a:off x="394238" y="7200899"/>
          <a:ext cx="5519333" cy="1200149"/>
        </a:xfrm>
        <a:prstGeom prst="trapezoid">
          <a:avLst>
            <a:gd name="adj" fmla="val 32849"/>
          </a:avLst>
        </a:prstGeom>
        <a:solidFill>
          <a:schemeClr val="accent3">
            <a:shade val="50000"/>
            <a:hueOff val="0"/>
            <a:satOff val="0"/>
            <a:lumOff val="17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係長</a:t>
          </a:r>
        </a:p>
      </dsp:txBody>
      <dsp:txXfrm>
        <a:off x="1360121" y="7200899"/>
        <a:ext cx="3587566" cy="1200149"/>
      </dsp:txXfrm>
    </dsp:sp>
    <dsp:sp modelId="{AF212A41-9690-F546-B416-57C98C898A1D}">
      <dsp:nvSpPr>
        <dsp:cNvPr id="0" name=""/>
        <dsp:cNvSpPr/>
      </dsp:nvSpPr>
      <dsp:spPr>
        <a:xfrm>
          <a:off x="0" y="8401049"/>
          <a:ext cx="6307810" cy="1200149"/>
        </a:xfrm>
        <a:prstGeom prst="trapezoid">
          <a:avLst>
            <a:gd name="adj" fmla="val 32849"/>
          </a:avLst>
        </a:prstGeom>
        <a:solidFill>
          <a:schemeClr val="accent3">
            <a:shade val="50000"/>
            <a:hueOff val="0"/>
            <a:satOff val="0"/>
            <a:lumOff val="89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係員</a:t>
          </a:r>
        </a:p>
      </dsp:txBody>
      <dsp:txXfrm>
        <a:off x="1103866" y="8401049"/>
        <a:ext cx="4100076" cy="12001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9F794-3B38-1C44-ABC1-E6A1B91F38A9}">
      <dsp:nvSpPr>
        <dsp:cNvPr id="0" name=""/>
        <dsp:cNvSpPr/>
      </dsp:nvSpPr>
      <dsp:spPr>
        <a:xfrm>
          <a:off x="5600699" y="0"/>
          <a:ext cx="16001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事務次官</a:t>
          </a:r>
        </a:p>
      </dsp:txBody>
      <dsp:txXfrm>
        <a:off x="5600699" y="0"/>
        <a:ext cx="1600199" cy="1200149"/>
      </dsp:txXfrm>
    </dsp:sp>
    <dsp:sp modelId="{138958A9-A30B-A645-BEF4-EC92188C90CE}">
      <dsp:nvSpPr>
        <dsp:cNvPr id="0" name=""/>
        <dsp:cNvSpPr/>
      </dsp:nvSpPr>
      <dsp:spPr>
        <a:xfrm>
          <a:off x="4800599" y="1200149"/>
          <a:ext cx="32003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89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局長</a:t>
          </a:r>
        </a:p>
      </dsp:txBody>
      <dsp:txXfrm>
        <a:off x="5360669" y="1200149"/>
        <a:ext cx="2080259" cy="1200149"/>
      </dsp:txXfrm>
    </dsp:sp>
    <dsp:sp modelId="{76F31ED9-ED42-B941-AE6C-DCD1BE33515D}">
      <dsp:nvSpPr>
        <dsp:cNvPr id="0" name=""/>
        <dsp:cNvSpPr/>
      </dsp:nvSpPr>
      <dsp:spPr>
        <a:xfrm>
          <a:off x="4000499" y="2400299"/>
          <a:ext cx="48005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17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部長・審議官</a:t>
          </a:r>
        </a:p>
      </dsp:txBody>
      <dsp:txXfrm>
        <a:off x="4840604" y="2400299"/>
        <a:ext cx="3120389" cy="1200149"/>
      </dsp:txXfrm>
    </dsp:sp>
    <dsp:sp modelId="{EDE32EC4-7A01-DA48-B7AB-30CA1147812B}">
      <dsp:nvSpPr>
        <dsp:cNvPr id="0" name=""/>
        <dsp:cNvSpPr/>
      </dsp:nvSpPr>
      <dsp:spPr>
        <a:xfrm>
          <a:off x="3200399" y="3600449"/>
          <a:ext cx="64007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269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課長</a:t>
          </a:r>
        </a:p>
      </dsp:txBody>
      <dsp:txXfrm>
        <a:off x="4320539" y="3600449"/>
        <a:ext cx="4160519" cy="1200149"/>
      </dsp:txXfrm>
    </dsp:sp>
    <dsp:sp modelId="{25C66891-C093-3947-8F3E-D77010DF7ABC}">
      <dsp:nvSpPr>
        <dsp:cNvPr id="0" name=""/>
        <dsp:cNvSpPr/>
      </dsp:nvSpPr>
      <dsp:spPr>
        <a:xfrm>
          <a:off x="2400299" y="4800599"/>
          <a:ext cx="80009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3596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室長・企画官</a:t>
          </a:r>
        </a:p>
      </dsp:txBody>
      <dsp:txXfrm>
        <a:off x="3800474" y="4800599"/>
        <a:ext cx="5200649" cy="1200149"/>
      </dsp:txXfrm>
    </dsp:sp>
    <dsp:sp modelId="{8E12950F-896A-A643-809A-4B576B6FADE1}">
      <dsp:nvSpPr>
        <dsp:cNvPr id="0" name=""/>
        <dsp:cNvSpPr/>
      </dsp:nvSpPr>
      <dsp:spPr>
        <a:xfrm>
          <a:off x="1600199" y="6000749"/>
          <a:ext cx="96011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269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課長補佐</a:t>
          </a:r>
        </a:p>
      </dsp:txBody>
      <dsp:txXfrm>
        <a:off x="3280409" y="6000749"/>
        <a:ext cx="6240779" cy="1200149"/>
      </dsp:txXfrm>
    </dsp:sp>
    <dsp:sp modelId="{F1364463-D7DE-E24B-A241-45501851B3AA}">
      <dsp:nvSpPr>
        <dsp:cNvPr id="0" name=""/>
        <dsp:cNvSpPr/>
      </dsp:nvSpPr>
      <dsp:spPr>
        <a:xfrm>
          <a:off x="800099" y="7200899"/>
          <a:ext cx="112013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17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係長</a:t>
          </a:r>
        </a:p>
      </dsp:txBody>
      <dsp:txXfrm>
        <a:off x="2760344" y="7200899"/>
        <a:ext cx="7280909" cy="1200149"/>
      </dsp:txXfrm>
    </dsp:sp>
    <dsp:sp modelId="{AF212A41-9690-F546-B416-57C98C898A1D}">
      <dsp:nvSpPr>
        <dsp:cNvPr id="0" name=""/>
        <dsp:cNvSpPr/>
      </dsp:nvSpPr>
      <dsp:spPr>
        <a:xfrm>
          <a:off x="0" y="8401049"/>
          <a:ext cx="12801599" cy="1200149"/>
        </a:xfrm>
        <a:prstGeom prst="trapezoid">
          <a:avLst>
            <a:gd name="adj" fmla="val 66667"/>
          </a:avLst>
        </a:prstGeom>
        <a:solidFill>
          <a:schemeClr val="accent3">
            <a:shade val="50000"/>
            <a:hueOff val="0"/>
            <a:satOff val="0"/>
            <a:lumOff val="89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800" b="1" i="0" kern="1200">
              <a:latin typeface="Hiragino Sans W7" panose="020B0400000000000000" pitchFamily="34" charset="-128"/>
              <a:ea typeface="Hiragino Sans W7" panose="020B0400000000000000" pitchFamily="34" charset="-128"/>
            </a:rPr>
            <a:t>係員</a:t>
          </a:r>
        </a:p>
      </dsp:txBody>
      <dsp:txXfrm>
        <a:off x="2240279" y="8401049"/>
        <a:ext cx="8321039" cy="1200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449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351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86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1116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91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930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57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09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3608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50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1752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89380-344E-284F-BE0F-D796858BF56F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717CB-4648-CD41-A304-0929998064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6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kumimoji="1"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kumimoji="1"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グループ化 155">
            <a:extLst>
              <a:ext uri="{FF2B5EF4-FFF2-40B4-BE49-F238E27FC236}">
                <a16:creationId xmlns:a16="http://schemas.microsoft.com/office/drawing/2014/main" id="{BFBB75E9-DDD7-71B5-1D9A-DFC8F0FA3D61}"/>
              </a:ext>
            </a:extLst>
          </p:cNvPr>
          <p:cNvGrpSpPr/>
          <p:nvPr/>
        </p:nvGrpSpPr>
        <p:grpSpPr>
          <a:xfrm>
            <a:off x="228459" y="657563"/>
            <a:ext cx="12344682" cy="8286074"/>
            <a:chOff x="228459" y="329892"/>
            <a:chExt cx="12344682" cy="8286074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DA067101-0DA1-C8D2-6320-95B906B79A98}"/>
                </a:ext>
              </a:extLst>
            </p:cNvPr>
            <p:cNvSpPr/>
            <p:nvPr/>
          </p:nvSpPr>
          <p:spPr>
            <a:xfrm>
              <a:off x="2230825" y="2622444"/>
              <a:ext cx="1862951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政治過程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と</a:t>
              </a:r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権力</a:t>
              </a: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71344F63-CA14-1A31-D8F9-95B53B0752C9}"/>
                </a:ext>
              </a:extLst>
            </p:cNvPr>
            <p:cNvSpPr/>
            <p:nvPr/>
          </p:nvSpPr>
          <p:spPr>
            <a:xfrm>
              <a:off x="2406457" y="723086"/>
              <a:ext cx="1511683" cy="4018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前期の導入</a:t>
              </a:r>
            </a:p>
          </p:txBody>
        </p:sp>
        <p:cxnSp>
          <p:nvCxnSpPr>
            <p:cNvPr id="69" name="カギ線コネクタ 68">
              <a:extLst>
                <a:ext uri="{FF2B5EF4-FFF2-40B4-BE49-F238E27FC236}">
                  <a16:creationId xmlns:a16="http://schemas.microsoft.com/office/drawing/2014/main" id="{97B77CC0-B32C-F47D-DB38-6D230C7B1C59}"/>
                </a:ext>
              </a:extLst>
            </p:cNvPr>
            <p:cNvCxnSpPr>
              <a:cxnSpLocks/>
              <a:stCxn id="11" idx="2"/>
              <a:endCxn id="16" idx="0"/>
            </p:cNvCxnSpPr>
            <p:nvPr/>
          </p:nvCxnSpPr>
          <p:spPr>
            <a:xfrm rot="5400000">
              <a:off x="1826810" y="2523927"/>
              <a:ext cx="694241" cy="1976742"/>
            </a:xfrm>
            <a:prstGeom prst="bentConnector3">
              <a:avLst>
                <a:gd name="adj1" fmla="val 50000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A084D47D-149A-30F0-4AAE-599B11361602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>
              <a:off x="3162299" y="1124921"/>
              <a:ext cx="2" cy="683760"/>
            </a:xfrm>
            <a:prstGeom prst="straightConnector1">
              <a:avLst/>
            </a:prstGeom>
            <a:ln w="38100">
              <a:headEnd type="oval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30F320E0-DE8A-CDC3-890B-944C9F782F87}"/>
                </a:ext>
              </a:extLst>
            </p:cNvPr>
            <p:cNvSpPr/>
            <p:nvPr/>
          </p:nvSpPr>
          <p:spPr>
            <a:xfrm>
              <a:off x="8883462" y="723085"/>
              <a:ext cx="1511683" cy="4018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後期の導入</a:t>
              </a: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8D3649AB-CB0A-E239-4DF3-0C3CC3B3784E}"/>
                </a:ext>
              </a:extLst>
            </p:cNvPr>
            <p:cNvSpPr/>
            <p:nvPr/>
          </p:nvSpPr>
          <p:spPr>
            <a:xfrm>
              <a:off x="2364455" y="7390684"/>
              <a:ext cx="1595692" cy="4018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前期まとめ</a:t>
              </a: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CE39C674-0195-9A95-A47D-3F42C5D65D06}"/>
                </a:ext>
              </a:extLst>
            </p:cNvPr>
            <p:cNvSpPr/>
            <p:nvPr/>
          </p:nvSpPr>
          <p:spPr>
            <a:xfrm>
              <a:off x="8869867" y="7422386"/>
              <a:ext cx="1595692" cy="4018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後期まとめ</a:t>
              </a: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CF7ACFBE-F365-BF6E-3019-DC19891D3C68}"/>
                </a:ext>
              </a:extLst>
            </p:cNvPr>
            <p:cNvSpPr/>
            <p:nvPr/>
          </p:nvSpPr>
          <p:spPr>
            <a:xfrm>
              <a:off x="2230825" y="1808681"/>
              <a:ext cx="1862951" cy="54273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政治過程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の</a:t>
              </a:r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全体像</a:t>
              </a: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0F2D52B3-EC91-5852-BB13-238ECD1EA3EA}"/>
                </a:ext>
              </a:extLst>
            </p:cNvPr>
            <p:cNvSpPr/>
            <p:nvPr/>
          </p:nvSpPr>
          <p:spPr>
            <a:xfrm>
              <a:off x="7557341" y="1752635"/>
              <a:ext cx="1862951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政策過程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と</a:t>
              </a:r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モデル</a:t>
              </a:r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4E9BC466-F779-A048-8A07-96A9FA59BFCE}"/>
                </a:ext>
              </a:extLst>
            </p:cNvPr>
            <p:cNvSpPr/>
            <p:nvPr/>
          </p:nvSpPr>
          <p:spPr>
            <a:xfrm>
              <a:off x="7557341" y="2566735"/>
              <a:ext cx="1862951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課題設定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と</a:t>
              </a:r>
              <a:endParaRPr kumimoji="1" lang="en-US" altLang="ja-JP" sz="14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政策ネットワーク</a:t>
              </a: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50C0BC3C-749B-1797-B5FB-588CA8D8A967}"/>
                </a:ext>
              </a:extLst>
            </p:cNvPr>
            <p:cNvSpPr/>
            <p:nvPr/>
          </p:nvSpPr>
          <p:spPr>
            <a:xfrm>
              <a:off x="9801341" y="1752635"/>
              <a:ext cx="1862951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メディア</a:t>
              </a:r>
            </a:p>
          </p:txBody>
        </p:sp>
        <p:sp>
          <p:nvSpPr>
            <p:cNvPr id="15" name="角丸四角形 14">
              <a:extLst>
                <a:ext uri="{FF2B5EF4-FFF2-40B4-BE49-F238E27FC236}">
                  <a16:creationId xmlns:a16="http://schemas.microsoft.com/office/drawing/2014/main" id="{43E73B3D-8F3D-672D-BEA3-A5206CE30E3D}"/>
                </a:ext>
              </a:extLst>
            </p:cNvPr>
            <p:cNvSpPr/>
            <p:nvPr/>
          </p:nvSpPr>
          <p:spPr>
            <a:xfrm>
              <a:off x="9801342" y="2554482"/>
              <a:ext cx="1862951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政策過程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における</a:t>
              </a:r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意思決定</a:t>
              </a: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6C871109-4ABC-5AFB-80C1-A4A584FC9451}"/>
                </a:ext>
              </a:extLst>
            </p:cNvPr>
            <p:cNvSpPr/>
            <p:nvPr/>
          </p:nvSpPr>
          <p:spPr>
            <a:xfrm>
              <a:off x="387713" y="38594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市民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と</a:t>
              </a:r>
              <a:endParaRPr kumimoji="1" lang="en-US" altLang="ja-JP" sz="16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政治参加</a:t>
              </a:r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6053CC82-AEF3-3077-C51D-4867A565F04F}"/>
                </a:ext>
              </a:extLst>
            </p:cNvPr>
            <p:cNvSpPr/>
            <p:nvPr/>
          </p:nvSpPr>
          <p:spPr>
            <a:xfrm>
              <a:off x="387713" y="46735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選挙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と</a:t>
              </a:r>
              <a:endParaRPr kumimoji="1" lang="en-US" altLang="ja-JP" sz="16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投票参加</a:t>
              </a:r>
            </a:p>
          </p:txBody>
        </p:sp>
        <p:sp>
          <p:nvSpPr>
            <p:cNvPr id="18" name="角丸四角形 17">
              <a:extLst>
                <a:ext uri="{FF2B5EF4-FFF2-40B4-BE49-F238E27FC236}">
                  <a16:creationId xmlns:a16="http://schemas.microsoft.com/office/drawing/2014/main" id="{E154D166-03F2-4307-E6BA-CF94F003DCCE}"/>
                </a:ext>
              </a:extLst>
            </p:cNvPr>
            <p:cNvSpPr/>
            <p:nvPr/>
          </p:nvSpPr>
          <p:spPr>
            <a:xfrm>
              <a:off x="387713" y="54876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投票行動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の</a:t>
              </a:r>
              <a:endParaRPr kumimoji="1" lang="en-US" altLang="ja-JP" sz="16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理論</a:t>
              </a: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C38E2025-3163-9C63-F803-B90BCF147D68}"/>
                </a:ext>
              </a:extLst>
            </p:cNvPr>
            <p:cNvSpPr/>
            <p:nvPr/>
          </p:nvSpPr>
          <p:spPr>
            <a:xfrm>
              <a:off x="387713" y="63017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選挙制度</a:t>
              </a:r>
            </a:p>
          </p:txBody>
        </p:sp>
        <p:sp>
          <p:nvSpPr>
            <p:cNvPr id="20" name="角丸四角形 19">
              <a:extLst>
                <a:ext uri="{FF2B5EF4-FFF2-40B4-BE49-F238E27FC236}">
                  <a16:creationId xmlns:a16="http://schemas.microsoft.com/office/drawing/2014/main" id="{BEDDA7BE-34BD-ADC8-48EF-F5732DE94BDB}"/>
                </a:ext>
              </a:extLst>
            </p:cNvPr>
            <p:cNvSpPr/>
            <p:nvPr/>
          </p:nvSpPr>
          <p:spPr>
            <a:xfrm>
              <a:off x="2364455" y="38594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政党</a:t>
              </a: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8B000975-3B14-69E2-7317-E3947EA94C4D}"/>
                </a:ext>
              </a:extLst>
            </p:cNvPr>
            <p:cNvSpPr/>
            <p:nvPr/>
          </p:nvSpPr>
          <p:spPr>
            <a:xfrm>
              <a:off x="2364455" y="46735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政党システム</a:t>
              </a:r>
            </a:p>
          </p:txBody>
        </p:sp>
        <p:sp>
          <p:nvSpPr>
            <p:cNvPr id="22" name="角丸四角形 21">
              <a:extLst>
                <a:ext uri="{FF2B5EF4-FFF2-40B4-BE49-F238E27FC236}">
                  <a16:creationId xmlns:a16="http://schemas.microsoft.com/office/drawing/2014/main" id="{73F819F4-266C-62D2-1577-30C6FCBD108A}"/>
                </a:ext>
              </a:extLst>
            </p:cNvPr>
            <p:cNvSpPr/>
            <p:nvPr/>
          </p:nvSpPr>
          <p:spPr>
            <a:xfrm>
              <a:off x="2364455" y="54876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政党間競争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と</a:t>
              </a:r>
              <a:endParaRPr kumimoji="1" lang="en-US" altLang="ja-JP" sz="14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協力</a:t>
              </a: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8F6BD057-F7ED-373B-2D46-B8CF24F2CD45}"/>
                </a:ext>
              </a:extLst>
            </p:cNvPr>
            <p:cNvSpPr/>
            <p:nvPr/>
          </p:nvSpPr>
          <p:spPr>
            <a:xfrm>
              <a:off x="4341197" y="38594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利益団体</a:t>
              </a:r>
            </a:p>
          </p:txBody>
        </p:sp>
        <p:sp>
          <p:nvSpPr>
            <p:cNvPr id="25" name="角丸四角形 24">
              <a:extLst>
                <a:ext uri="{FF2B5EF4-FFF2-40B4-BE49-F238E27FC236}">
                  <a16:creationId xmlns:a16="http://schemas.microsoft.com/office/drawing/2014/main" id="{60E17D6E-8713-B518-EEF9-8A803878FAF9}"/>
                </a:ext>
              </a:extLst>
            </p:cNvPr>
            <p:cNvSpPr/>
            <p:nvPr/>
          </p:nvSpPr>
          <p:spPr>
            <a:xfrm>
              <a:off x="4341197" y="46735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利益団体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の</a:t>
              </a:r>
              <a:endParaRPr kumimoji="1" lang="en-US" altLang="ja-JP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理論</a:t>
              </a: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930DC901-F9D4-D354-7645-477182180CBE}"/>
                </a:ext>
              </a:extLst>
            </p:cNvPr>
            <p:cNvSpPr/>
            <p:nvPr/>
          </p:nvSpPr>
          <p:spPr>
            <a:xfrm>
              <a:off x="4341197" y="54876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利益代表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の</a:t>
              </a:r>
              <a:endParaRPr kumimoji="1" lang="en-US" altLang="ja-JP" sz="14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制度</a:t>
              </a:r>
            </a:p>
          </p:txBody>
        </p:sp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7D722CF9-2D57-3CCE-9F8C-4176FF516CB7}"/>
                </a:ext>
              </a:extLst>
            </p:cNvPr>
            <p:cNvSpPr/>
            <p:nvPr/>
          </p:nvSpPr>
          <p:spPr>
            <a:xfrm>
              <a:off x="6880868" y="38594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官僚と官僚制</a:t>
              </a:r>
            </a:p>
          </p:txBody>
        </p:sp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F96833A3-8420-A1FD-3403-52763A63C043}"/>
                </a:ext>
              </a:extLst>
            </p:cNvPr>
            <p:cNvSpPr/>
            <p:nvPr/>
          </p:nvSpPr>
          <p:spPr>
            <a:xfrm>
              <a:off x="6880868" y="46735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官僚</a:t>
              </a:r>
              <a:r>
                <a:rPr kumimoji="1" lang="ja-JP" altLang="en-US" sz="14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と</a:t>
              </a:r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政治家</a:t>
              </a: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A1A067D7-E756-F98F-5180-F9CCDBB946A4}"/>
                </a:ext>
              </a:extLst>
            </p:cNvPr>
            <p:cNvSpPr/>
            <p:nvPr/>
          </p:nvSpPr>
          <p:spPr>
            <a:xfrm>
              <a:off x="8869867" y="38594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議会制度</a:t>
              </a:r>
            </a:p>
          </p:txBody>
        </p:sp>
        <p:sp>
          <p:nvSpPr>
            <p:cNvPr id="30" name="角丸四角形 29">
              <a:extLst>
                <a:ext uri="{FF2B5EF4-FFF2-40B4-BE49-F238E27FC236}">
                  <a16:creationId xmlns:a16="http://schemas.microsoft.com/office/drawing/2014/main" id="{C9F81858-1572-FA65-3B9A-EAD576FE48EA}"/>
                </a:ext>
              </a:extLst>
            </p:cNvPr>
            <p:cNvSpPr/>
            <p:nvPr/>
          </p:nvSpPr>
          <p:spPr>
            <a:xfrm>
              <a:off x="8869867" y="46735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執政制度</a:t>
              </a: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2A2BAA0C-1A79-9A01-A1A6-CAE54D3679D9}"/>
                </a:ext>
              </a:extLst>
            </p:cNvPr>
            <p:cNvSpPr/>
            <p:nvPr/>
          </p:nvSpPr>
          <p:spPr>
            <a:xfrm>
              <a:off x="8869867" y="54876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地方自治制度</a:t>
              </a:r>
            </a:p>
          </p:txBody>
        </p:sp>
        <p:sp>
          <p:nvSpPr>
            <p:cNvPr id="32" name="角丸四角形 31">
              <a:extLst>
                <a:ext uri="{FF2B5EF4-FFF2-40B4-BE49-F238E27FC236}">
                  <a16:creationId xmlns:a16="http://schemas.microsoft.com/office/drawing/2014/main" id="{D1517968-CEA0-B9AE-40BB-6C396A54606E}"/>
                </a:ext>
              </a:extLst>
            </p:cNvPr>
            <p:cNvSpPr/>
            <p:nvPr/>
          </p:nvSpPr>
          <p:spPr>
            <a:xfrm>
              <a:off x="10858866" y="38594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経済</a:t>
              </a:r>
              <a:r>
                <a:rPr kumimoji="1" lang="ja-JP" altLang="en-US" sz="12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をめぐる</a:t>
              </a:r>
              <a:endParaRPr kumimoji="1" lang="en-US" altLang="ja-JP" sz="12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政治過程</a:t>
              </a:r>
            </a:p>
          </p:txBody>
        </p:sp>
        <p:sp>
          <p:nvSpPr>
            <p:cNvPr id="33" name="角丸四角形 32">
              <a:extLst>
                <a:ext uri="{FF2B5EF4-FFF2-40B4-BE49-F238E27FC236}">
                  <a16:creationId xmlns:a16="http://schemas.microsoft.com/office/drawing/2014/main" id="{99D33750-9267-D581-6770-C0C851E6EFD3}"/>
                </a:ext>
              </a:extLst>
            </p:cNvPr>
            <p:cNvSpPr/>
            <p:nvPr/>
          </p:nvSpPr>
          <p:spPr>
            <a:xfrm>
              <a:off x="10858866" y="46735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国際関係</a:t>
              </a:r>
              <a:r>
                <a:rPr kumimoji="1" lang="ja-JP" altLang="en-US" sz="12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をめぐる</a:t>
              </a:r>
              <a:endParaRPr kumimoji="1" lang="en-US" altLang="ja-JP" sz="120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政治過程</a:t>
              </a: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3F8F8F58-8886-7952-DB1D-4EF1BC006DB6}"/>
                </a:ext>
              </a:extLst>
            </p:cNvPr>
            <p:cNvSpPr/>
            <p:nvPr/>
          </p:nvSpPr>
          <p:spPr>
            <a:xfrm>
              <a:off x="10858866" y="5487619"/>
              <a:ext cx="1595692" cy="54273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権威主義</a:t>
              </a:r>
              <a:r>
                <a:rPr kumimoji="1" lang="ja-JP" altLang="en-US" sz="105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における</a:t>
              </a:r>
              <a:endParaRPr kumimoji="1" lang="en-US" altLang="ja-JP" sz="1050" dirty="0">
                <a:solidFill>
                  <a:schemeClr val="tx1"/>
                </a:solidFill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政治過程</a:t>
              </a:r>
            </a:p>
          </p:txBody>
        </p:sp>
        <p:sp>
          <p:nvSpPr>
            <p:cNvPr id="35" name="角丸四角形 34">
              <a:extLst>
                <a:ext uri="{FF2B5EF4-FFF2-40B4-BE49-F238E27FC236}">
                  <a16:creationId xmlns:a16="http://schemas.microsoft.com/office/drawing/2014/main" id="{4D7400F5-EB0A-5DAA-10CD-95B54CD658C0}"/>
                </a:ext>
              </a:extLst>
            </p:cNvPr>
            <p:cNvSpPr/>
            <p:nvPr/>
          </p:nvSpPr>
          <p:spPr>
            <a:xfrm>
              <a:off x="2364455" y="8094607"/>
              <a:ext cx="1595692" cy="4018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期末試験</a:t>
              </a: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24D4167A-7141-FB51-6ED5-12234E0B6C22}"/>
                </a:ext>
              </a:extLst>
            </p:cNvPr>
            <p:cNvSpPr/>
            <p:nvPr/>
          </p:nvSpPr>
          <p:spPr>
            <a:xfrm>
              <a:off x="8869867" y="8094607"/>
              <a:ext cx="1595692" cy="40183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>
                  <a:solidFill>
                    <a:schemeClr val="tx1"/>
                  </a:solidFill>
                  <a:latin typeface="HGPGothicE" panose="020B0900000000000000" pitchFamily="34" charset="-128"/>
                  <a:ea typeface="HGPGothicE" panose="020B0900000000000000" pitchFamily="34" charset="-128"/>
                </a:rPr>
                <a:t>学年末試験</a:t>
              </a: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9F592AE2-0496-216A-66C9-B06082D0402F}"/>
                </a:ext>
              </a:extLst>
            </p:cNvPr>
            <p:cNvSpPr/>
            <p:nvPr/>
          </p:nvSpPr>
          <p:spPr>
            <a:xfrm>
              <a:off x="1712938" y="1616891"/>
              <a:ext cx="10433753" cy="175055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9C8C945D-5B0C-7787-0F4E-67C5D1B88799}"/>
                </a:ext>
              </a:extLst>
            </p:cNvPr>
            <p:cNvSpPr/>
            <p:nvPr/>
          </p:nvSpPr>
          <p:spPr>
            <a:xfrm>
              <a:off x="228459" y="3798240"/>
              <a:ext cx="1859833" cy="318332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7C4B2DCF-8B8B-351A-896C-6CC368894146}"/>
                </a:ext>
              </a:extLst>
            </p:cNvPr>
            <p:cNvSpPr/>
            <p:nvPr/>
          </p:nvSpPr>
          <p:spPr>
            <a:xfrm>
              <a:off x="2233943" y="3798240"/>
              <a:ext cx="1859833" cy="24355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9C990093-2446-06F5-615F-5CBF58EDC737}"/>
                </a:ext>
              </a:extLst>
            </p:cNvPr>
            <p:cNvSpPr/>
            <p:nvPr/>
          </p:nvSpPr>
          <p:spPr>
            <a:xfrm>
              <a:off x="4224288" y="3798240"/>
              <a:ext cx="1859833" cy="24355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314BC540-DA44-081E-FFE2-1217FD112873}"/>
                </a:ext>
              </a:extLst>
            </p:cNvPr>
            <p:cNvSpPr/>
            <p:nvPr/>
          </p:nvSpPr>
          <p:spPr>
            <a:xfrm>
              <a:off x="8737796" y="3798240"/>
              <a:ext cx="1859833" cy="24355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DC2C5172-4F97-45A9-4669-143FE20F7DD5}"/>
                </a:ext>
              </a:extLst>
            </p:cNvPr>
            <p:cNvSpPr/>
            <p:nvPr/>
          </p:nvSpPr>
          <p:spPr>
            <a:xfrm>
              <a:off x="10713308" y="3798240"/>
              <a:ext cx="1859833" cy="2435512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E468439A-FD6A-792D-3BF6-642FB40661FD}"/>
                </a:ext>
              </a:extLst>
            </p:cNvPr>
            <p:cNvSpPr/>
            <p:nvPr/>
          </p:nvSpPr>
          <p:spPr>
            <a:xfrm>
              <a:off x="6805184" y="3798240"/>
              <a:ext cx="1859833" cy="1589306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552EF844-9A95-908B-AA2C-B8EE06D10CC5}"/>
                </a:ext>
              </a:extLst>
            </p:cNvPr>
            <p:cNvSpPr txBox="1"/>
            <p:nvPr/>
          </p:nvSpPr>
          <p:spPr>
            <a:xfrm>
              <a:off x="1712938" y="1413492"/>
              <a:ext cx="1862951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政治過程の全体像</a:t>
              </a: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895A84ED-DD74-30B3-9782-C712B7A4F774}"/>
                </a:ext>
              </a:extLst>
            </p:cNvPr>
            <p:cNvSpPr txBox="1"/>
            <p:nvPr/>
          </p:nvSpPr>
          <p:spPr>
            <a:xfrm>
              <a:off x="779116" y="3410368"/>
              <a:ext cx="75851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市民</a:t>
              </a:r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57D92AE8-EFE5-5136-9790-D605729C3E76}"/>
                </a:ext>
              </a:extLst>
            </p:cNvPr>
            <p:cNvSpPr/>
            <p:nvPr/>
          </p:nvSpPr>
          <p:spPr>
            <a:xfrm>
              <a:off x="2163506" y="7190606"/>
              <a:ext cx="8683104" cy="142536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51E0F06B-D53B-C0FC-B972-780308ECAEF7}"/>
                </a:ext>
              </a:extLst>
            </p:cNvPr>
            <p:cNvSpPr/>
            <p:nvPr/>
          </p:nvSpPr>
          <p:spPr>
            <a:xfrm>
              <a:off x="1782455" y="533291"/>
              <a:ext cx="9203224" cy="70890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C15386CF-C903-8A66-0F10-F71D901A9C96}"/>
                </a:ext>
              </a:extLst>
            </p:cNvPr>
            <p:cNvSpPr txBox="1"/>
            <p:nvPr/>
          </p:nvSpPr>
          <p:spPr>
            <a:xfrm>
              <a:off x="1782454" y="329892"/>
              <a:ext cx="175910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イントロダクション</a:t>
              </a:r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A4ECE68D-9572-B943-AEB6-56F212B835C1}"/>
                </a:ext>
              </a:extLst>
            </p:cNvPr>
            <p:cNvCxnSpPr>
              <a:cxnSpLocks/>
              <a:stCxn id="10" idx="2"/>
              <a:endCxn id="11" idx="0"/>
            </p:cNvCxnSpPr>
            <p:nvPr/>
          </p:nvCxnSpPr>
          <p:spPr>
            <a:xfrm>
              <a:off x="3162301" y="2351414"/>
              <a:ext cx="0" cy="271030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線矢印コネクタ 72">
              <a:extLst>
                <a:ext uri="{FF2B5EF4-FFF2-40B4-BE49-F238E27FC236}">
                  <a16:creationId xmlns:a16="http://schemas.microsoft.com/office/drawing/2014/main" id="{AE39A9C4-8BAB-6168-B47E-F58BEC7FE50C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>
              <a:off x="1185559" y="44021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9F59040F-4893-6634-3F7B-ECFC0650F06B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>
              <a:off x="1185559" y="52162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カギ線コネクタ 81">
              <a:extLst>
                <a:ext uri="{FF2B5EF4-FFF2-40B4-BE49-F238E27FC236}">
                  <a16:creationId xmlns:a16="http://schemas.microsoft.com/office/drawing/2014/main" id="{74858A88-C3EB-FA2B-9B7B-5A98856E9669}"/>
                </a:ext>
              </a:extLst>
            </p:cNvPr>
            <p:cNvCxnSpPr>
              <a:cxnSpLocks/>
              <a:stCxn id="19" idx="2"/>
              <a:endCxn id="20" idx="0"/>
            </p:cNvCxnSpPr>
            <p:nvPr/>
          </p:nvCxnSpPr>
          <p:spPr>
            <a:xfrm rot="5400000" flipH="1" flipV="1">
              <a:off x="681413" y="4363565"/>
              <a:ext cx="2985034" cy="1976742"/>
            </a:xfrm>
            <a:prstGeom prst="bentConnector5">
              <a:avLst>
                <a:gd name="adj1" fmla="val -7658"/>
                <a:gd name="adj2" fmla="val 50000"/>
                <a:gd name="adj3" fmla="val 107658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線矢印コネクタ 78">
              <a:extLst>
                <a:ext uri="{FF2B5EF4-FFF2-40B4-BE49-F238E27FC236}">
                  <a16:creationId xmlns:a16="http://schemas.microsoft.com/office/drawing/2014/main" id="{2174D16D-CF56-7218-9852-58BA56070756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>
              <a:off x="1185559" y="60303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線矢印コネクタ 84">
              <a:extLst>
                <a:ext uri="{FF2B5EF4-FFF2-40B4-BE49-F238E27FC236}">
                  <a16:creationId xmlns:a16="http://schemas.microsoft.com/office/drawing/2014/main" id="{438A0CB8-B6D1-6A51-DE62-E453ED1F22C3}"/>
                </a:ext>
              </a:extLst>
            </p:cNvPr>
            <p:cNvCxnSpPr>
              <a:cxnSpLocks/>
              <a:stCxn id="20" idx="2"/>
              <a:endCxn id="21" idx="0"/>
            </p:cNvCxnSpPr>
            <p:nvPr/>
          </p:nvCxnSpPr>
          <p:spPr>
            <a:xfrm>
              <a:off x="3162301" y="44021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971278CE-0E5F-8A6A-B4B5-59DFF5E44F36}"/>
                </a:ext>
              </a:extLst>
            </p:cNvPr>
            <p:cNvCxnSpPr>
              <a:cxnSpLocks/>
              <a:stCxn id="21" idx="2"/>
              <a:endCxn id="22" idx="0"/>
            </p:cNvCxnSpPr>
            <p:nvPr/>
          </p:nvCxnSpPr>
          <p:spPr>
            <a:xfrm>
              <a:off x="3162301" y="52162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線矢印コネクタ 90">
              <a:extLst>
                <a:ext uri="{FF2B5EF4-FFF2-40B4-BE49-F238E27FC236}">
                  <a16:creationId xmlns:a16="http://schemas.microsoft.com/office/drawing/2014/main" id="{5513379D-64FE-01F9-82B2-37E6DE6278B7}"/>
                </a:ext>
              </a:extLst>
            </p:cNvPr>
            <p:cNvCxnSpPr>
              <a:cxnSpLocks/>
              <a:stCxn id="24" idx="2"/>
              <a:endCxn id="25" idx="0"/>
            </p:cNvCxnSpPr>
            <p:nvPr/>
          </p:nvCxnSpPr>
          <p:spPr>
            <a:xfrm>
              <a:off x="5139043" y="44021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線矢印コネクタ 93">
              <a:extLst>
                <a:ext uri="{FF2B5EF4-FFF2-40B4-BE49-F238E27FC236}">
                  <a16:creationId xmlns:a16="http://schemas.microsoft.com/office/drawing/2014/main" id="{C289066C-54E3-DAF3-FBA3-ED0956EC7A73}"/>
                </a:ext>
              </a:extLst>
            </p:cNvPr>
            <p:cNvCxnSpPr>
              <a:cxnSpLocks/>
              <a:stCxn id="25" idx="2"/>
              <a:endCxn id="26" idx="0"/>
            </p:cNvCxnSpPr>
            <p:nvPr/>
          </p:nvCxnSpPr>
          <p:spPr>
            <a:xfrm>
              <a:off x="5139043" y="52162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16EB176D-490C-13A2-B01F-D5B578E9CC33}"/>
                </a:ext>
              </a:extLst>
            </p:cNvPr>
            <p:cNvCxnSpPr>
              <a:cxnSpLocks/>
              <a:stCxn id="27" idx="2"/>
              <a:endCxn id="28" idx="0"/>
            </p:cNvCxnSpPr>
            <p:nvPr/>
          </p:nvCxnSpPr>
          <p:spPr>
            <a:xfrm>
              <a:off x="7678714" y="44021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直線矢印コネクタ 99">
              <a:extLst>
                <a:ext uri="{FF2B5EF4-FFF2-40B4-BE49-F238E27FC236}">
                  <a16:creationId xmlns:a16="http://schemas.microsoft.com/office/drawing/2014/main" id="{E8674F36-F8F4-27E6-136B-5B7C0A994775}"/>
                </a:ext>
              </a:extLst>
            </p:cNvPr>
            <p:cNvCxnSpPr>
              <a:cxnSpLocks/>
              <a:stCxn id="29" idx="2"/>
              <a:endCxn id="30" idx="0"/>
            </p:cNvCxnSpPr>
            <p:nvPr/>
          </p:nvCxnSpPr>
          <p:spPr>
            <a:xfrm>
              <a:off x="9667713" y="44021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424B9C86-1882-55DF-BA97-790AC95EC91C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>
              <a:off x="9667713" y="52162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線矢印コネクタ 105">
              <a:extLst>
                <a:ext uri="{FF2B5EF4-FFF2-40B4-BE49-F238E27FC236}">
                  <a16:creationId xmlns:a16="http://schemas.microsoft.com/office/drawing/2014/main" id="{8116C3DC-0AED-0974-A00B-7D8FA31721F2}"/>
                </a:ext>
              </a:extLst>
            </p:cNvPr>
            <p:cNvCxnSpPr>
              <a:cxnSpLocks/>
              <a:stCxn id="32" idx="2"/>
              <a:endCxn id="33" idx="0"/>
            </p:cNvCxnSpPr>
            <p:nvPr/>
          </p:nvCxnSpPr>
          <p:spPr>
            <a:xfrm>
              <a:off x="11656712" y="44021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線矢印コネクタ 108">
              <a:extLst>
                <a:ext uri="{FF2B5EF4-FFF2-40B4-BE49-F238E27FC236}">
                  <a16:creationId xmlns:a16="http://schemas.microsoft.com/office/drawing/2014/main" id="{A929CE7C-DA26-1EEB-1F34-5F15A35E2CC8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>
              <a:off x="11656712" y="5216253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線矢印コネクタ 111">
              <a:extLst>
                <a:ext uri="{FF2B5EF4-FFF2-40B4-BE49-F238E27FC236}">
                  <a16:creationId xmlns:a16="http://schemas.microsoft.com/office/drawing/2014/main" id="{0B229170-85CF-7EAC-121B-6203CAE3FA99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8488817" y="2295369"/>
              <a:ext cx="0" cy="27136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線矢印コネクタ 115">
              <a:extLst>
                <a:ext uri="{FF2B5EF4-FFF2-40B4-BE49-F238E27FC236}">
                  <a16:creationId xmlns:a16="http://schemas.microsoft.com/office/drawing/2014/main" id="{AA4129A1-26F4-A9DE-D01C-799AF0F9CB12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10732817" y="2295369"/>
              <a:ext cx="1" cy="259113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4B7FE736-A406-78FA-848F-F0543CCE3279}"/>
                </a:ext>
              </a:extLst>
            </p:cNvPr>
            <p:cNvSpPr txBox="1"/>
            <p:nvPr/>
          </p:nvSpPr>
          <p:spPr>
            <a:xfrm>
              <a:off x="2783041" y="3410368"/>
              <a:ext cx="758517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政党</a:t>
              </a:r>
            </a:p>
          </p:txBody>
        </p:sp>
        <p:cxnSp>
          <p:nvCxnSpPr>
            <p:cNvPr id="119" name="カギ線コネクタ 118">
              <a:extLst>
                <a:ext uri="{FF2B5EF4-FFF2-40B4-BE49-F238E27FC236}">
                  <a16:creationId xmlns:a16="http://schemas.microsoft.com/office/drawing/2014/main" id="{48D65B9D-6AB3-DDF3-9AD9-3B1E1CECBC98}"/>
                </a:ext>
              </a:extLst>
            </p:cNvPr>
            <p:cNvCxnSpPr>
              <a:cxnSpLocks/>
              <a:stCxn id="22" idx="2"/>
              <a:endCxn id="24" idx="0"/>
            </p:cNvCxnSpPr>
            <p:nvPr/>
          </p:nvCxnSpPr>
          <p:spPr>
            <a:xfrm rot="5400000" flipH="1" flipV="1">
              <a:off x="3065205" y="3956515"/>
              <a:ext cx="2170934" cy="1976742"/>
            </a:xfrm>
            <a:prstGeom prst="bentConnector5">
              <a:avLst>
                <a:gd name="adj1" fmla="val -10530"/>
                <a:gd name="adj2" fmla="val 50000"/>
                <a:gd name="adj3" fmla="val 110530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19BA15D0-4F72-3129-540F-EB7B1A75A632}"/>
                </a:ext>
              </a:extLst>
            </p:cNvPr>
            <p:cNvSpPr txBox="1"/>
            <p:nvPr/>
          </p:nvSpPr>
          <p:spPr>
            <a:xfrm>
              <a:off x="4620588" y="3410368"/>
              <a:ext cx="1005839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利益団体</a:t>
              </a:r>
            </a:p>
          </p:txBody>
        </p:sp>
        <p:cxnSp>
          <p:nvCxnSpPr>
            <p:cNvPr id="122" name="カギ線コネクタ 121">
              <a:extLst>
                <a:ext uri="{FF2B5EF4-FFF2-40B4-BE49-F238E27FC236}">
                  <a16:creationId xmlns:a16="http://schemas.microsoft.com/office/drawing/2014/main" id="{64C6AA1A-57C4-8467-BDC6-7BEA2CA6ACC9}"/>
                </a:ext>
              </a:extLst>
            </p:cNvPr>
            <p:cNvCxnSpPr>
              <a:cxnSpLocks/>
              <a:stCxn id="26" idx="2"/>
              <a:endCxn id="8" idx="0"/>
            </p:cNvCxnSpPr>
            <p:nvPr/>
          </p:nvCxnSpPr>
          <p:spPr>
            <a:xfrm rot="5400000">
              <a:off x="3470507" y="5722147"/>
              <a:ext cx="1360331" cy="1976742"/>
            </a:xfrm>
            <a:prstGeom prst="bentConnector3">
              <a:avLst>
                <a:gd name="adj1" fmla="val 50000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AD5752B3-0540-7DE6-AD8F-1B4B7CEC6DE1}"/>
                </a:ext>
              </a:extLst>
            </p:cNvPr>
            <p:cNvSpPr txBox="1"/>
            <p:nvPr/>
          </p:nvSpPr>
          <p:spPr>
            <a:xfrm>
              <a:off x="2163506" y="6987207"/>
              <a:ext cx="1378052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まとめ</a:t>
              </a:r>
              <a:r>
                <a:rPr kumimoji="1" lang="ja-JP" altLang="en-US" sz="14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と</a:t>
              </a:r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試験</a:t>
              </a:r>
            </a:p>
          </p:txBody>
        </p:sp>
        <p:cxnSp>
          <p:nvCxnSpPr>
            <p:cNvPr id="125" name="直線矢印コネクタ 124">
              <a:extLst>
                <a:ext uri="{FF2B5EF4-FFF2-40B4-BE49-F238E27FC236}">
                  <a16:creationId xmlns:a16="http://schemas.microsoft.com/office/drawing/2014/main" id="{A2316393-0E4C-83B6-46B1-4D02C129264B}"/>
                </a:ext>
              </a:extLst>
            </p:cNvPr>
            <p:cNvCxnSpPr>
              <a:cxnSpLocks/>
              <a:stCxn id="8" idx="2"/>
              <a:endCxn id="35" idx="0"/>
            </p:cNvCxnSpPr>
            <p:nvPr/>
          </p:nvCxnSpPr>
          <p:spPr>
            <a:xfrm>
              <a:off x="3162301" y="7792519"/>
              <a:ext cx="0" cy="302088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直線矢印コネクタ 127">
              <a:extLst>
                <a:ext uri="{FF2B5EF4-FFF2-40B4-BE49-F238E27FC236}">
                  <a16:creationId xmlns:a16="http://schemas.microsoft.com/office/drawing/2014/main" id="{1C48EFB4-F51C-5F5F-A161-70F0C4E4ED41}"/>
                </a:ext>
              </a:extLst>
            </p:cNvPr>
            <p:cNvCxnSpPr>
              <a:cxnSpLocks/>
              <a:stCxn id="9" idx="2"/>
              <a:endCxn id="36" idx="0"/>
            </p:cNvCxnSpPr>
            <p:nvPr/>
          </p:nvCxnSpPr>
          <p:spPr>
            <a:xfrm>
              <a:off x="9667713" y="7824221"/>
              <a:ext cx="0" cy="270386"/>
            </a:xfrm>
            <a:prstGeom prst="straightConnector1">
              <a:avLst/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カギ線コネクタ 130">
              <a:extLst>
                <a:ext uri="{FF2B5EF4-FFF2-40B4-BE49-F238E27FC236}">
                  <a16:creationId xmlns:a16="http://schemas.microsoft.com/office/drawing/2014/main" id="{1C6311B9-119B-0F55-96CD-38CC6ABBA5ED}"/>
                </a:ext>
              </a:extLst>
            </p:cNvPr>
            <p:cNvCxnSpPr>
              <a:cxnSpLocks/>
              <a:stCxn id="35" idx="2"/>
              <a:endCxn id="7" idx="0"/>
            </p:cNvCxnSpPr>
            <p:nvPr/>
          </p:nvCxnSpPr>
          <p:spPr>
            <a:xfrm rot="5400000" flipH="1" flipV="1">
              <a:off x="2514123" y="1371262"/>
              <a:ext cx="7773357" cy="6477003"/>
            </a:xfrm>
            <a:prstGeom prst="bentConnector5">
              <a:avLst>
                <a:gd name="adj1" fmla="val -2941"/>
                <a:gd name="adj2" fmla="val 50324"/>
                <a:gd name="adj3" fmla="val 102941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カギ線コネクタ 135">
              <a:extLst>
                <a:ext uri="{FF2B5EF4-FFF2-40B4-BE49-F238E27FC236}">
                  <a16:creationId xmlns:a16="http://schemas.microsoft.com/office/drawing/2014/main" id="{3E7D3AFF-FFCA-28E4-149E-B3E8528BFEB7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 rot="5400000" flipH="1" flipV="1">
              <a:off x="8932400" y="1309052"/>
              <a:ext cx="1356834" cy="2244000"/>
            </a:xfrm>
            <a:prstGeom prst="bentConnector5">
              <a:avLst>
                <a:gd name="adj1" fmla="val -16848"/>
                <a:gd name="adj2" fmla="val 50000"/>
                <a:gd name="adj3" fmla="val 116848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カギ線コネクタ 138">
              <a:extLst>
                <a:ext uri="{FF2B5EF4-FFF2-40B4-BE49-F238E27FC236}">
                  <a16:creationId xmlns:a16="http://schemas.microsoft.com/office/drawing/2014/main" id="{7B661206-5689-9B3B-48BB-3F2321571478}"/>
                </a:ext>
              </a:extLst>
            </p:cNvPr>
            <p:cNvCxnSpPr>
              <a:cxnSpLocks/>
              <a:stCxn id="15" idx="2"/>
              <a:endCxn id="27" idx="0"/>
            </p:cNvCxnSpPr>
            <p:nvPr/>
          </p:nvCxnSpPr>
          <p:spPr>
            <a:xfrm rot="5400000">
              <a:off x="8824665" y="1951265"/>
              <a:ext cx="762203" cy="3054104"/>
            </a:xfrm>
            <a:prstGeom prst="bentConnector3">
              <a:avLst>
                <a:gd name="adj1" fmla="val 50000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325C8997-92ED-4180-3FB4-208C8CE9E6ED}"/>
                </a:ext>
              </a:extLst>
            </p:cNvPr>
            <p:cNvSpPr txBox="1"/>
            <p:nvPr/>
          </p:nvSpPr>
          <p:spPr>
            <a:xfrm>
              <a:off x="7306357" y="3407819"/>
              <a:ext cx="74471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官僚</a:t>
              </a:r>
            </a:p>
          </p:txBody>
        </p:sp>
        <p:cxnSp>
          <p:nvCxnSpPr>
            <p:cNvPr id="144" name="カギ線コネクタ 143">
              <a:extLst>
                <a:ext uri="{FF2B5EF4-FFF2-40B4-BE49-F238E27FC236}">
                  <a16:creationId xmlns:a16="http://schemas.microsoft.com/office/drawing/2014/main" id="{2743F743-6B44-515A-6C60-B54D86096538}"/>
                </a:ext>
              </a:extLst>
            </p:cNvPr>
            <p:cNvCxnSpPr>
              <a:cxnSpLocks/>
              <a:stCxn id="28" idx="2"/>
              <a:endCxn id="41" idx="0"/>
            </p:cNvCxnSpPr>
            <p:nvPr/>
          </p:nvCxnSpPr>
          <p:spPr>
            <a:xfrm rot="5400000" flipH="1" flipV="1">
              <a:off x="7964206" y="3512747"/>
              <a:ext cx="1418013" cy="1988999"/>
            </a:xfrm>
            <a:prstGeom prst="bentConnector5">
              <a:avLst>
                <a:gd name="adj1" fmla="val -16121"/>
                <a:gd name="adj2" fmla="val 46680"/>
                <a:gd name="adj3" fmla="val 116121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カギ線コネクタ 146">
              <a:extLst>
                <a:ext uri="{FF2B5EF4-FFF2-40B4-BE49-F238E27FC236}">
                  <a16:creationId xmlns:a16="http://schemas.microsoft.com/office/drawing/2014/main" id="{CDAF6DFE-8CF4-D4B9-69B7-A3A9D9BE3975}"/>
                </a:ext>
              </a:extLst>
            </p:cNvPr>
            <p:cNvCxnSpPr>
              <a:cxnSpLocks/>
              <a:stCxn id="31" idx="2"/>
              <a:endCxn id="42" idx="0"/>
            </p:cNvCxnSpPr>
            <p:nvPr/>
          </p:nvCxnSpPr>
          <p:spPr>
            <a:xfrm rot="5400000" flipH="1" flipV="1">
              <a:off x="9539412" y="3926541"/>
              <a:ext cx="2232113" cy="1975512"/>
            </a:xfrm>
            <a:prstGeom prst="bentConnector5">
              <a:avLst>
                <a:gd name="adj1" fmla="val -10241"/>
                <a:gd name="adj2" fmla="val 46657"/>
                <a:gd name="adj3" fmla="val 110241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3ADBD934-456A-A93B-E02A-676A3346AA87}"/>
                </a:ext>
              </a:extLst>
            </p:cNvPr>
            <p:cNvSpPr txBox="1"/>
            <p:nvPr/>
          </p:nvSpPr>
          <p:spPr>
            <a:xfrm>
              <a:off x="9300838" y="3403970"/>
              <a:ext cx="744713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制度</a:t>
              </a:r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E6792B36-7E3C-516E-037F-3274D6D6295D}"/>
                </a:ext>
              </a:extLst>
            </p:cNvPr>
            <p:cNvSpPr txBox="1"/>
            <p:nvPr/>
          </p:nvSpPr>
          <p:spPr>
            <a:xfrm>
              <a:off x="11130427" y="3407819"/>
              <a:ext cx="1016264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1600">
                  <a:latin typeface="HGPSoeiKakugothicUB" panose="020B0900000000000000" pitchFamily="34" charset="-128"/>
                  <a:ea typeface="HGPSoeiKakugothicUB" panose="020B0900000000000000" pitchFamily="34" charset="-128"/>
                </a:rPr>
                <a:t>隣接分野</a:t>
              </a:r>
            </a:p>
          </p:txBody>
        </p:sp>
        <p:cxnSp>
          <p:nvCxnSpPr>
            <p:cNvPr id="150" name="カギ線コネクタ 149">
              <a:extLst>
                <a:ext uri="{FF2B5EF4-FFF2-40B4-BE49-F238E27FC236}">
                  <a16:creationId xmlns:a16="http://schemas.microsoft.com/office/drawing/2014/main" id="{CA475013-3422-1E52-A3BF-58DDC2DE4D64}"/>
                </a:ext>
              </a:extLst>
            </p:cNvPr>
            <p:cNvCxnSpPr>
              <a:cxnSpLocks/>
              <a:stCxn id="34" idx="2"/>
              <a:endCxn id="9" idx="0"/>
            </p:cNvCxnSpPr>
            <p:nvPr/>
          </p:nvCxnSpPr>
          <p:spPr>
            <a:xfrm rot="5400000">
              <a:off x="9966197" y="5731870"/>
              <a:ext cx="1392033" cy="1988999"/>
            </a:xfrm>
            <a:prstGeom prst="bentConnector3">
              <a:avLst>
                <a:gd name="adj1" fmla="val 50000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カギ線コネクタ 152">
              <a:extLst>
                <a:ext uri="{FF2B5EF4-FFF2-40B4-BE49-F238E27FC236}">
                  <a16:creationId xmlns:a16="http://schemas.microsoft.com/office/drawing/2014/main" id="{2B5E7323-5A49-6053-AFE4-A4640396FE72}"/>
                </a:ext>
              </a:extLst>
            </p:cNvPr>
            <p:cNvCxnSpPr>
              <a:cxnSpLocks/>
              <a:stCxn id="7" idx="2"/>
              <a:endCxn id="12" idx="0"/>
            </p:cNvCxnSpPr>
            <p:nvPr/>
          </p:nvCxnSpPr>
          <p:spPr>
            <a:xfrm rot="5400000">
              <a:off x="8750204" y="863534"/>
              <a:ext cx="627715" cy="1150487"/>
            </a:xfrm>
            <a:prstGeom prst="bentConnector3">
              <a:avLst>
                <a:gd name="adj1" fmla="val 50000"/>
              </a:avLst>
            </a:prstGeom>
            <a:ln w="38100">
              <a:headEnd type="oval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9941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EEDEE0F0-4F44-2EDC-68AC-0D713FD9FCD3}"/>
              </a:ext>
            </a:extLst>
          </p:cNvPr>
          <p:cNvGrpSpPr/>
          <p:nvPr/>
        </p:nvGrpSpPr>
        <p:grpSpPr>
          <a:xfrm>
            <a:off x="1389605" y="1523480"/>
            <a:ext cx="9751361" cy="5630826"/>
            <a:chOff x="1389605" y="1523480"/>
            <a:chExt cx="9751361" cy="5630826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706562B9-5ED5-1700-FB0B-8578407DC28B}"/>
                </a:ext>
              </a:extLst>
            </p:cNvPr>
            <p:cNvSpPr/>
            <p:nvPr/>
          </p:nvSpPr>
          <p:spPr>
            <a:xfrm>
              <a:off x="4368881" y="2358916"/>
              <a:ext cx="4253023" cy="2509284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BBCFD8A4-0BCE-AD7D-00AF-57826F3AF7D7}"/>
                </a:ext>
              </a:extLst>
            </p:cNvPr>
            <p:cNvSpPr txBox="1"/>
            <p:nvPr/>
          </p:nvSpPr>
          <p:spPr>
            <a:xfrm>
              <a:off x="5221645" y="2358916"/>
              <a:ext cx="254749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3200">
                  <a:latin typeface="HGPGothicE" panose="020B0900000000000000" pitchFamily="34" charset="-128"/>
                  <a:ea typeface="HGPGothicE" panose="020B0900000000000000" pitchFamily="34" charset="-128"/>
                </a:rPr>
                <a:t>政治システム</a:t>
              </a: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5415830-D26C-1154-BEFE-420FB6491CAC}"/>
                </a:ext>
              </a:extLst>
            </p:cNvPr>
            <p:cNvSpPr txBox="1"/>
            <p:nvPr/>
          </p:nvSpPr>
          <p:spPr>
            <a:xfrm>
              <a:off x="8006349" y="2928900"/>
              <a:ext cx="615553" cy="136931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800">
                  <a:latin typeface="HGPGothicE" panose="020B0900000000000000" pitchFamily="34" charset="-128"/>
                  <a:ea typeface="HGPGothicE" panose="020B0900000000000000" pitchFamily="34" charset="-128"/>
                </a:rPr>
                <a:t>権威</a:t>
              </a:r>
            </a:p>
          </p:txBody>
        </p: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3C2C4E7B-4548-D44D-9C35-02C6973E2783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8621902" y="3613558"/>
              <a:ext cx="1362925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カギ線コネクタ 15">
              <a:extLst>
                <a:ext uri="{FF2B5EF4-FFF2-40B4-BE49-F238E27FC236}">
                  <a16:creationId xmlns:a16="http://schemas.microsoft.com/office/drawing/2014/main" id="{5DEFE40C-DBCA-7BCC-A297-89A59B669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4160" y="2943691"/>
              <a:ext cx="1864719" cy="763836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726C3DF7-8DAD-9C6E-83C6-2AF0E24429D0}"/>
                </a:ext>
              </a:extLst>
            </p:cNvPr>
            <p:cNvSpPr txBox="1"/>
            <p:nvPr/>
          </p:nvSpPr>
          <p:spPr>
            <a:xfrm>
              <a:off x="4377910" y="2943691"/>
              <a:ext cx="615553" cy="1369316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endParaRPr kumimoji="1" lang="ja-JP" altLang="en-US" sz="2800"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</p:txBody>
        </p:sp>
        <p:cxnSp>
          <p:nvCxnSpPr>
            <p:cNvPr id="21" name="カギ線コネクタ 20">
              <a:extLst>
                <a:ext uri="{FF2B5EF4-FFF2-40B4-BE49-F238E27FC236}">
                  <a16:creationId xmlns:a16="http://schemas.microsoft.com/office/drawing/2014/main" id="{3555D98E-A435-2E94-ADD8-54DB41C6B14E}"/>
                </a:ext>
              </a:extLst>
            </p:cNvPr>
            <p:cNvCxnSpPr>
              <a:cxnSpLocks/>
            </p:cNvCxnSpPr>
            <p:nvPr/>
          </p:nvCxnSpPr>
          <p:spPr>
            <a:xfrm>
              <a:off x="2504160" y="3707527"/>
              <a:ext cx="1864719" cy="584775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29A8535E-7F87-5813-B76B-E810E8ACADEA}"/>
                </a:ext>
              </a:extLst>
            </p:cNvPr>
            <p:cNvSpPr/>
            <p:nvPr/>
          </p:nvSpPr>
          <p:spPr>
            <a:xfrm>
              <a:off x="4377910" y="5552858"/>
              <a:ext cx="4253023" cy="681624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3" name="カギ線コネクタ 62">
              <a:extLst>
                <a:ext uri="{FF2B5EF4-FFF2-40B4-BE49-F238E27FC236}">
                  <a16:creationId xmlns:a16="http://schemas.microsoft.com/office/drawing/2014/main" id="{0D78BDB5-6821-37D3-F585-8CD24F3679BF}"/>
                </a:ext>
              </a:extLst>
            </p:cNvPr>
            <p:cNvCxnSpPr>
              <a:endCxn id="60" idx="3"/>
            </p:cNvCxnSpPr>
            <p:nvPr/>
          </p:nvCxnSpPr>
          <p:spPr>
            <a:xfrm rot="5400000">
              <a:off x="8167824" y="4076667"/>
              <a:ext cx="2280112" cy="1353894"/>
            </a:xfrm>
            <a:prstGeom prst="bentConnector2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03019173-E463-0C07-E3C7-68CCAB5A1C25}"/>
                </a:ext>
              </a:extLst>
            </p:cNvPr>
            <p:cNvCxnSpPr>
              <a:stCxn id="60" idx="3"/>
            </p:cNvCxnSpPr>
            <p:nvPr/>
          </p:nvCxnSpPr>
          <p:spPr>
            <a:xfrm flipH="1">
              <a:off x="4368879" y="5893670"/>
              <a:ext cx="4262054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カギ線コネクタ 68">
              <a:extLst>
                <a:ext uri="{FF2B5EF4-FFF2-40B4-BE49-F238E27FC236}">
                  <a16:creationId xmlns:a16="http://schemas.microsoft.com/office/drawing/2014/main" id="{26B79891-B1FB-BAC3-23FA-4C2F61920E90}"/>
                </a:ext>
              </a:extLst>
            </p:cNvPr>
            <p:cNvCxnSpPr>
              <a:cxnSpLocks/>
              <a:stCxn id="60" idx="1"/>
            </p:cNvCxnSpPr>
            <p:nvPr/>
          </p:nvCxnSpPr>
          <p:spPr>
            <a:xfrm rot="10800000">
              <a:off x="2504160" y="3707528"/>
              <a:ext cx="1873750" cy="2186143"/>
            </a:xfrm>
            <a:prstGeom prst="bentConnector2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カギ線コネクタ 71">
              <a:extLst>
                <a:ext uri="{FF2B5EF4-FFF2-40B4-BE49-F238E27FC236}">
                  <a16:creationId xmlns:a16="http://schemas.microsoft.com/office/drawing/2014/main" id="{1B048F65-AC25-83F1-E922-021FB520072E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>
              <a:off x="4386939" y="2943691"/>
              <a:ext cx="3619410" cy="669867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カギ線コネクタ 74">
              <a:extLst>
                <a:ext uri="{FF2B5EF4-FFF2-40B4-BE49-F238E27FC236}">
                  <a16:creationId xmlns:a16="http://schemas.microsoft.com/office/drawing/2014/main" id="{9EE71799-BC71-C28A-966C-D04D7BDA9E34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flipV="1">
              <a:off x="4386939" y="3613558"/>
              <a:ext cx="3619410" cy="678744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6830AD39-E732-6D68-A3EA-927AF62A6CA6}"/>
                </a:ext>
              </a:extLst>
            </p:cNvPr>
            <p:cNvSpPr txBox="1"/>
            <p:nvPr/>
          </p:nvSpPr>
          <p:spPr>
            <a:xfrm>
              <a:off x="3436519" y="241265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GPGothicE" panose="020B0900000000000000" pitchFamily="34" charset="-128"/>
                  <a:ea typeface="HGPGothicE" panose="020B0900000000000000" pitchFamily="34" charset="-128"/>
                </a:rPr>
                <a:t>要求</a:t>
              </a:r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1653A2A3-AC32-BA70-8620-15A310C6D80E}"/>
                </a:ext>
              </a:extLst>
            </p:cNvPr>
            <p:cNvSpPr txBox="1"/>
            <p:nvPr/>
          </p:nvSpPr>
          <p:spPr>
            <a:xfrm>
              <a:off x="3436519" y="4313007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GPGothicE" panose="020B0900000000000000" pitchFamily="34" charset="-128"/>
                  <a:ea typeface="HGPGothicE" panose="020B0900000000000000" pitchFamily="34" charset="-128"/>
                </a:rPr>
                <a:t>支持</a:t>
              </a:r>
            </a:p>
          </p:txBody>
        </p:sp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99D5A187-5C37-1702-AD87-50F1A1951C96}"/>
                </a:ext>
              </a:extLst>
            </p:cNvPr>
            <p:cNvSpPr txBox="1"/>
            <p:nvPr/>
          </p:nvSpPr>
          <p:spPr>
            <a:xfrm>
              <a:off x="8621902" y="3151892"/>
              <a:ext cx="15696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GPGothicE" panose="020B0900000000000000" pitchFamily="34" charset="-128"/>
                  <a:ea typeface="HGPGothicE" panose="020B0900000000000000" pitchFamily="34" charset="-128"/>
                </a:rPr>
                <a:t>決定・行為</a:t>
              </a:r>
            </a:p>
          </p:txBody>
        </p:sp>
        <p:sp>
          <p:nvSpPr>
            <p:cNvPr id="81" name="テキスト ボックス 80">
              <a:extLst>
                <a:ext uri="{FF2B5EF4-FFF2-40B4-BE49-F238E27FC236}">
                  <a16:creationId xmlns:a16="http://schemas.microsoft.com/office/drawing/2014/main" id="{ADD20EF1-9371-993E-95FA-A183D045E57C}"/>
                </a:ext>
              </a:extLst>
            </p:cNvPr>
            <p:cNvSpPr txBox="1"/>
            <p:nvPr/>
          </p:nvSpPr>
          <p:spPr>
            <a:xfrm>
              <a:off x="2504159" y="1627827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【①</a:t>
              </a:r>
              <a:r>
                <a:rPr kumimoji="1" lang="ja-JP" altLang="en-US" sz="2800">
                  <a:latin typeface="HGPGothicE" panose="020B0900000000000000" pitchFamily="34" charset="-128"/>
                  <a:ea typeface="HGPGothicE" panose="020B0900000000000000" pitchFamily="34" charset="-128"/>
                </a:rPr>
                <a:t>入力</a:t>
              </a:r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】</a:t>
              </a:r>
              <a:endParaRPr kumimoji="1" lang="ja-JP" altLang="en-US" sz="2800"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797C436E-071A-91CF-BEE9-4F49253C6758}"/>
                </a:ext>
              </a:extLst>
            </p:cNvPr>
            <p:cNvSpPr txBox="1"/>
            <p:nvPr/>
          </p:nvSpPr>
          <p:spPr>
            <a:xfrm>
              <a:off x="5590320" y="1631211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【②</a:t>
              </a:r>
              <a:r>
                <a:rPr kumimoji="1" lang="ja-JP" altLang="en-US" sz="2800">
                  <a:latin typeface="HGPGothicE" panose="020B0900000000000000" pitchFamily="34" charset="-128"/>
                  <a:ea typeface="HGPGothicE" panose="020B0900000000000000" pitchFamily="34" charset="-128"/>
                </a:rPr>
                <a:t>変換</a:t>
              </a:r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】</a:t>
              </a:r>
              <a:endParaRPr kumimoji="1" lang="ja-JP" altLang="en-US" sz="2800"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</p:txBody>
        </p: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0F9375CB-F048-99D3-F590-DFA84989F81B}"/>
                </a:ext>
              </a:extLst>
            </p:cNvPr>
            <p:cNvSpPr txBox="1"/>
            <p:nvPr/>
          </p:nvSpPr>
          <p:spPr>
            <a:xfrm>
              <a:off x="8686997" y="1627827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【③</a:t>
              </a:r>
              <a:r>
                <a:rPr kumimoji="1" lang="ja-JP" altLang="en-US" sz="2800">
                  <a:latin typeface="HGPGothicE" panose="020B0900000000000000" pitchFamily="34" charset="-128"/>
                  <a:ea typeface="HGPGothicE" panose="020B0900000000000000" pitchFamily="34" charset="-128"/>
                </a:rPr>
                <a:t>出力</a:t>
              </a:r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】</a:t>
              </a:r>
              <a:endParaRPr kumimoji="1" lang="ja-JP" altLang="en-US" sz="2800"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89DAB1C2-914A-A268-8243-24B069345E0C}"/>
                </a:ext>
              </a:extLst>
            </p:cNvPr>
            <p:cNvSpPr txBox="1"/>
            <p:nvPr/>
          </p:nvSpPr>
          <p:spPr>
            <a:xfrm>
              <a:off x="4912253" y="5969991"/>
              <a:ext cx="29770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【④</a:t>
              </a:r>
              <a:r>
                <a:rPr kumimoji="1" lang="ja-JP" altLang="en-US" sz="2800">
                  <a:latin typeface="HGPGothicE" panose="020B0900000000000000" pitchFamily="34" charset="-128"/>
                  <a:ea typeface="HGPGothicE" panose="020B0900000000000000" pitchFamily="34" charset="-128"/>
                </a:rPr>
                <a:t>フィードバック</a:t>
              </a:r>
              <a:r>
                <a:rPr kumimoji="1" lang="en-US" altLang="ja-JP" sz="2800" dirty="0">
                  <a:latin typeface="HGPGothicE" panose="020B0900000000000000" pitchFamily="34" charset="-128"/>
                  <a:ea typeface="HGPGothicE" panose="020B0900000000000000" pitchFamily="34" charset="-128"/>
                </a:rPr>
                <a:t>】</a:t>
              </a:r>
              <a:endParaRPr kumimoji="1" lang="ja-JP" altLang="en-US" sz="2800">
                <a:latin typeface="HGPGothicE" panose="020B0900000000000000" pitchFamily="34" charset="-128"/>
                <a:ea typeface="HGPGothicE" panose="020B09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AFA157EA-6CBE-6E69-6CBB-9602017866B6}"/>
                </a:ext>
              </a:extLst>
            </p:cNvPr>
            <p:cNvSpPr txBox="1"/>
            <p:nvPr/>
          </p:nvSpPr>
          <p:spPr>
            <a:xfrm>
              <a:off x="5898099" y="6569531"/>
              <a:ext cx="100540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3200">
                  <a:latin typeface="HGPGothicE" panose="020B0900000000000000" pitchFamily="34" charset="-128"/>
                  <a:ea typeface="HGPGothicE" panose="020B0900000000000000" pitchFamily="34" charset="-128"/>
                </a:rPr>
                <a:t>環境</a:t>
              </a: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A4D7246B-6B07-6BC9-F3C6-5C77D595750B}"/>
                </a:ext>
              </a:extLst>
            </p:cNvPr>
            <p:cNvSpPr/>
            <p:nvPr/>
          </p:nvSpPr>
          <p:spPr>
            <a:xfrm>
              <a:off x="1389605" y="1523480"/>
              <a:ext cx="9751361" cy="563082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9129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7B2F218-CF48-A4FE-0926-7966C26D5D71}"/>
              </a:ext>
            </a:extLst>
          </p:cNvPr>
          <p:cNvGrpSpPr/>
          <p:nvPr/>
        </p:nvGrpSpPr>
        <p:grpSpPr>
          <a:xfrm>
            <a:off x="178633" y="961086"/>
            <a:ext cx="12338153" cy="6910369"/>
            <a:chOff x="178633" y="961086"/>
            <a:chExt cx="12338153" cy="6910369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E3E9CCE8-934C-5797-F658-F8C156A06852}"/>
                </a:ext>
              </a:extLst>
            </p:cNvPr>
            <p:cNvSpPr txBox="1"/>
            <p:nvPr/>
          </p:nvSpPr>
          <p:spPr>
            <a:xfrm>
              <a:off x="3964898" y="4321417"/>
              <a:ext cx="3147936" cy="954107"/>
            </a:xfrm>
            <a:prstGeom prst="rect">
              <a:avLst/>
            </a:prstGeom>
            <a:solidFill>
              <a:schemeClr val="bg1"/>
            </a:solidFill>
            <a:ln w="4762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6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政党帰属意識</a:t>
              </a:r>
              <a:b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</a:br>
              <a:r>
                <a:rPr kumimoji="1" lang="en-US" altLang="ja-JP" sz="20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Party Identification</a:t>
              </a:r>
              <a:endParaRPr kumimoji="1" lang="en-US" altLang="ja-JP" sz="3600" dirty="0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0FAC6CF-EE1D-0ABB-8044-737746F6E59E}"/>
                </a:ext>
              </a:extLst>
            </p:cNvPr>
            <p:cNvSpPr txBox="1"/>
            <p:nvPr/>
          </p:nvSpPr>
          <p:spPr>
            <a:xfrm>
              <a:off x="7965083" y="6772629"/>
              <a:ext cx="2284128" cy="70788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40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争点態度</a:t>
              </a:r>
              <a:endParaRPr kumimoji="1" lang="en-US" altLang="ja-JP" sz="4000" dirty="0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328B354-126B-74B5-6D7A-D55D0585D06C}"/>
                </a:ext>
              </a:extLst>
            </p:cNvPr>
            <p:cNvSpPr txBox="1"/>
            <p:nvPr/>
          </p:nvSpPr>
          <p:spPr>
            <a:xfrm>
              <a:off x="7792697" y="2320341"/>
              <a:ext cx="2628901" cy="646331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6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候補者属性</a:t>
              </a:r>
              <a:endParaRPr kumimoji="1" lang="en-US" altLang="ja-JP" sz="3600" dirty="0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D167309-68AF-0BC1-04E7-F5E1BA1AA59C}"/>
                </a:ext>
              </a:extLst>
            </p:cNvPr>
            <p:cNvSpPr txBox="1"/>
            <p:nvPr/>
          </p:nvSpPr>
          <p:spPr>
            <a:xfrm>
              <a:off x="11047750" y="4413753"/>
              <a:ext cx="1469036" cy="76944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4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投票</a:t>
              </a:r>
              <a:endParaRPr kumimoji="1" lang="en-US" altLang="ja-JP" sz="4400" dirty="0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B1EEC84-0B87-50B1-CB9B-4020BAD1E782}"/>
                </a:ext>
              </a:extLst>
            </p:cNvPr>
            <p:cNvSpPr txBox="1"/>
            <p:nvPr/>
          </p:nvSpPr>
          <p:spPr>
            <a:xfrm>
              <a:off x="418006" y="3048931"/>
              <a:ext cx="1888762" cy="3970318"/>
            </a:xfrm>
            <a:prstGeom prst="rect">
              <a:avLst/>
            </a:prstGeom>
            <a:solidFill>
              <a:schemeClr val="bg1"/>
            </a:solidFill>
            <a:ln w="12700" cmpd="dbl">
              <a:solidFill>
                <a:schemeClr val="tx1"/>
              </a:solidFill>
              <a:prstDash val="solid"/>
            </a:ln>
          </p:spPr>
          <p:txBody>
            <a:bodyPr wrap="square">
              <a:spAutoFit/>
            </a:bodyPr>
            <a:lstStyle/>
            <a:p>
              <a:r>
                <a:rPr kumimoji="1" lang="ja-JP" altLang="en-US" sz="3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年齢</a:t>
              </a:r>
              <a:endParaRPr kumimoji="1" lang="en-US" altLang="ja-JP" sz="36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3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学歴</a:t>
              </a:r>
              <a:endParaRPr kumimoji="1" lang="en-US" altLang="ja-JP" sz="36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3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職業</a:t>
              </a:r>
              <a:endParaRPr kumimoji="1" lang="en-US" altLang="ja-JP" sz="36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3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宗教</a:t>
              </a:r>
              <a:endParaRPr kumimoji="1" lang="en-US" altLang="ja-JP" sz="36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3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人種</a:t>
              </a:r>
              <a:endParaRPr kumimoji="1" lang="en-US" altLang="ja-JP" sz="36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36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階層</a:t>
              </a:r>
              <a:endParaRPr kumimoji="1" lang="en-US" altLang="ja-JP" sz="36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en-US" altLang="ja-JP" sz="36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…</a:t>
              </a:r>
            </a:p>
          </p:txBody>
        </p:sp>
        <p:sp>
          <p:nvSpPr>
            <p:cNvPr id="9" name="右矢印 8">
              <a:extLst>
                <a:ext uri="{FF2B5EF4-FFF2-40B4-BE49-F238E27FC236}">
                  <a16:creationId xmlns:a16="http://schemas.microsoft.com/office/drawing/2014/main" id="{FCC049C9-AF1C-8DAB-658E-E05B289F5E96}"/>
                </a:ext>
              </a:extLst>
            </p:cNvPr>
            <p:cNvSpPr/>
            <p:nvPr/>
          </p:nvSpPr>
          <p:spPr>
            <a:xfrm>
              <a:off x="2763966" y="3351922"/>
              <a:ext cx="704537" cy="2893101"/>
            </a:xfrm>
            <a:prstGeom prst="right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C4EB1B1-B4D1-17D1-FA21-1FA3DAAEF894}"/>
                </a:ext>
              </a:extLst>
            </p:cNvPr>
            <p:cNvSpPr txBox="1"/>
            <p:nvPr/>
          </p:nvSpPr>
          <p:spPr>
            <a:xfrm>
              <a:off x="178633" y="2133814"/>
              <a:ext cx="2367507" cy="7078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40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社会属性</a:t>
              </a:r>
              <a:endParaRPr lang="ja-JP" altLang="en-US" sz="4000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1F2C0FA0-BF40-0E37-1913-E910B861FBD1}"/>
                </a:ext>
              </a:extLst>
            </p:cNvPr>
            <p:cNvSpPr/>
            <p:nvPr/>
          </p:nvSpPr>
          <p:spPr>
            <a:xfrm>
              <a:off x="3732552" y="1725488"/>
              <a:ext cx="6760564" cy="6145967"/>
            </a:xfrm>
            <a:prstGeom prst="rect">
              <a:avLst/>
            </a:prstGeom>
            <a:noFill/>
            <a:ln w="254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D7F69185-AD4C-5B2E-3E3D-624BBB92FAA4}"/>
                </a:ext>
              </a:extLst>
            </p:cNvPr>
            <p:cNvSpPr txBox="1"/>
            <p:nvPr/>
          </p:nvSpPr>
          <p:spPr>
            <a:xfrm>
              <a:off x="6067112" y="961086"/>
              <a:ext cx="2367507" cy="70788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40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心理変数</a:t>
              </a:r>
              <a:endParaRPr lang="ja-JP" altLang="en-US" sz="400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D5999A8-6731-7911-40FC-1983236AD614}"/>
                </a:ext>
              </a:extLst>
            </p:cNvPr>
            <p:cNvSpPr txBox="1"/>
            <p:nvPr/>
          </p:nvSpPr>
          <p:spPr>
            <a:xfrm>
              <a:off x="3570076" y="1235565"/>
              <a:ext cx="2182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＜長期要因＞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73C2A8A-9893-96EF-2CFE-B8F8623C0D84}"/>
                </a:ext>
              </a:extLst>
            </p:cNvPr>
            <p:cNvSpPr txBox="1"/>
            <p:nvPr/>
          </p:nvSpPr>
          <p:spPr>
            <a:xfrm>
              <a:off x="8434619" y="1235565"/>
              <a:ext cx="210908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＜短期要因＞</a:t>
              </a: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7F396013-598F-417B-1A76-F61F4C2F8E89}"/>
                </a:ext>
              </a:extLst>
            </p:cNvPr>
            <p:cNvCxnSpPr>
              <a:stCxn id="3" idx="0"/>
              <a:endCxn id="6" idx="1"/>
            </p:cNvCxnSpPr>
            <p:nvPr/>
          </p:nvCxnSpPr>
          <p:spPr>
            <a:xfrm flipV="1">
              <a:off x="5538866" y="2643507"/>
              <a:ext cx="2253831" cy="167791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00B8955-454A-0AD8-AE5D-B2E376B8A962}"/>
                </a:ext>
              </a:extLst>
            </p:cNvPr>
            <p:cNvCxnSpPr>
              <a:cxnSpLocks/>
              <a:stCxn id="3" idx="2"/>
              <a:endCxn id="5" idx="1"/>
            </p:cNvCxnSpPr>
            <p:nvPr/>
          </p:nvCxnSpPr>
          <p:spPr>
            <a:xfrm>
              <a:off x="5538866" y="5275524"/>
              <a:ext cx="2426217" cy="185104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84991030-5A58-8AA2-14F5-A70A4F6F402E}"/>
                </a:ext>
              </a:extLst>
            </p:cNvPr>
            <p:cNvCxnSpPr>
              <a:cxnSpLocks/>
              <a:stCxn id="3" idx="3"/>
              <a:endCxn id="7" idx="1"/>
            </p:cNvCxnSpPr>
            <p:nvPr/>
          </p:nvCxnSpPr>
          <p:spPr>
            <a:xfrm>
              <a:off x="7112834" y="4798471"/>
              <a:ext cx="3934916" cy="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E23864B6-8D96-0708-70EC-259E4CDBA46F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10421598" y="2643507"/>
              <a:ext cx="1360670" cy="177024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EBFC494F-A509-135E-DC81-182547F839B2}"/>
                </a:ext>
              </a:extLst>
            </p:cNvPr>
            <p:cNvCxnSpPr>
              <a:cxnSpLocks/>
              <a:stCxn id="5" idx="3"/>
              <a:endCxn id="7" idx="2"/>
            </p:cNvCxnSpPr>
            <p:nvPr/>
          </p:nvCxnSpPr>
          <p:spPr>
            <a:xfrm flipV="1">
              <a:off x="10249211" y="5183194"/>
              <a:ext cx="1533057" cy="194337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EE1ED944-BAAB-4624-9F47-75EB9A7C2C3D}"/>
                </a:ext>
              </a:extLst>
            </p:cNvPr>
            <p:cNvSpPr txBox="1"/>
            <p:nvPr/>
          </p:nvSpPr>
          <p:spPr>
            <a:xfrm rot="3141708">
              <a:off x="10155279" y="3016118"/>
              <a:ext cx="2182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候補者投票</a:t>
              </a: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751F7D04-0BEB-19C1-2436-BF72E80BF0B0}"/>
                </a:ext>
              </a:extLst>
            </p:cNvPr>
            <p:cNvSpPr txBox="1"/>
            <p:nvPr/>
          </p:nvSpPr>
          <p:spPr>
            <a:xfrm rot="18439909">
              <a:off x="10168718" y="6089721"/>
              <a:ext cx="2182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争点投票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8D8F90C3-1793-5AA6-38B6-2277BB899320}"/>
                </a:ext>
              </a:extLst>
            </p:cNvPr>
            <p:cNvSpPr txBox="1"/>
            <p:nvPr/>
          </p:nvSpPr>
          <p:spPr>
            <a:xfrm>
              <a:off x="7925125" y="4323282"/>
              <a:ext cx="21827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政党投票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232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55E4A298-FAE9-BB3A-54EC-32A59A72542A}"/>
              </a:ext>
            </a:extLst>
          </p:cNvPr>
          <p:cNvGrpSpPr/>
          <p:nvPr/>
        </p:nvGrpSpPr>
        <p:grpSpPr>
          <a:xfrm>
            <a:off x="727023" y="2136553"/>
            <a:ext cx="11347554" cy="4527793"/>
            <a:chOff x="727023" y="2136553"/>
            <a:chExt cx="11347554" cy="4527793"/>
          </a:xfrm>
        </p:grpSpPr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DE0A01AA-223B-0937-3BA8-420048EB419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329" y="5278156"/>
              <a:ext cx="9526248" cy="0"/>
            </a:xfrm>
            <a:prstGeom prst="straightConnector1">
              <a:avLst/>
            </a:prstGeom>
            <a:ln w="698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1A9BD77A-BB90-88A9-6922-913C329B6103}"/>
                </a:ext>
              </a:extLst>
            </p:cNvPr>
            <p:cNvSpPr txBox="1"/>
            <p:nvPr/>
          </p:nvSpPr>
          <p:spPr>
            <a:xfrm>
              <a:off x="727023" y="4985768"/>
              <a:ext cx="218278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増税率</a:t>
              </a:r>
            </a:p>
          </p:txBody>
        </p: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5A89AB2D-44F6-30E8-77A0-04560553298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4001207" y="3213771"/>
              <a:ext cx="0" cy="2064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AEF5D39-F83C-6499-7B65-158847CF26B7}"/>
                </a:ext>
              </a:extLst>
            </p:cNvPr>
            <p:cNvSpPr txBox="1"/>
            <p:nvPr/>
          </p:nvSpPr>
          <p:spPr>
            <a:xfrm>
              <a:off x="2909812" y="2136553"/>
              <a:ext cx="21827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候補者</a:t>
              </a:r>
              <a:r>
                <a:rPr kumimoji="1" lang="en-US" altLang="ja-JP" sz="32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A</a:t>
              </a:r>
            </a:p>
            <a:p>
              <a:pPr algn="ctr"/>
              <a:r>
                <a:rPr kumimoji="1"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2%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351CA1BD-89F2-C557-346D-6569E935292B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0854210" y="3213772"/>
              <a:ext cx="0" cy="2064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4D8BAB6E-650B-FA05-7018-973F9C27DAA8}"/>
                </a:ext>
              </a:extLst>
            </p:cNvPr>
            <p:cNvSpPr txBox="1"/>
            <p:nvPr/>
          </p:nvSpPr>
          <p:spPr>
            <a:xfrm>
              <a:off x="9762815" y="2136554"/>
              <a:ext cx="21827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候補者</a:t>
              </a:r>
              <a:r>
                <a:rPr kumimoji="1" lang="en-US" altLang="ja-JP" sz="32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B</a:t>
              </a:r>
            </a:p>
            <a:p>
              <a:pPr algn="ctr"/>
              <a:r>
                <a:rPr kumimoji="1"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20%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34A96AD2-1764-3E57-5A74-641A6443E21C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6183997" y="3213771"/>
              <a:ext cx="0" cy="2064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41E8AD4-F3BE-4524-EF4A-E84DC00166D5}"/>
                </a:ext>
              </a:extLst>
            </p:cNvPr>
            <p:cNvSpPr txBox="1"/>
            <p:nvPr/>
          </p:nvSpPr>
          <p:spPr>
            <a:xfrm>
              <a:off x="5092602" y="2136553"/>
              <a:ext cx="21827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solidFill>
                    <a:srgbClr val="FF0000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有権者</a:t>
              </a:r>
              <a:endParaRPr kumimoji="1" lang="en-US" altLang="ja-JP" sz="3200" dirty="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kumimoji="1" lang="en-US" altLang="ja-JP" sz="3200" dirty="0">
                  <a:solidFill>
                    <a:srgbClr val="FF0000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5%</a:t>
              </a:r>
              <a:endParaRPr lang="ja-JP" altLang="en-US" sz="320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6" name="右中かっこ 15">
              <a:extLst>
                <a:ext uri="{FF2B5EF4-FFF2-40B4-BE49-F238E27FC236}">
                  <a16:creationId xmlns:a16="http://schemas.microsoft.com/office/drawing/2014/main" id="{D26296EE-4C4C-CD64-18F9-D193FA7E468B}"/>
                </a:ext>
              </a:extLst>
            </p:cNvPr>
            <p:cNvSpPr/>
            <p:nvPr/>
          </p:nvSpPr>
          <p:spPr>
            <a:xfrm rot="5400000">
              <a:off x="8205921" y="3374535"/>
              <a:ext cx="626364" cy="4670213"/>
            </a:xfrm>
            <a:prstGeom prst="rightBrace">
              <a:avLst>
                <a:gd name="adj1" fmla="val 8333"/>
                <a:gd name="adj2" fmla="val 4926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B42D2180-B1A2-D467-FE50-FC5D748430C9}"/>
                </a:ext>
              </a:extLst>
            </p:cNvPr>
            <p:cNvSpPr txBox="1"/>
            <p:nvPr/>
          </p:nvSpPr>
          <p:spPr>
            <a:xfrm>
              <a:off x="7973641" y="6141126"/>
              <a:ext cx="121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15pp</a:t>
              </a:r>
              <a:endParaRPr lang="ja-JP" altLang="en-US" sz="2800"/>
            </a:p>
          </p:txBody>
        </p:sp>
        <p:sp>
          <p:nvSpPr>
            <p:cNvPr id="29" name="右中かっこ 28">
              <a:extLst>
                <a:ext uri="{FF2B5EF4-FFF2-40B4-BE49-F238E27FC236}">
                  <a16:creationId xmlns:a16="http://schemas.microsoft.com/office/drawing/2014/main" id="{AD028ECA-9ECD-7B44-8CD2-9C576768961F}"/>
                </a:ext>
              </a:extLst>
            </p:cNvPr>
            <p:cNvSpPr/>
            <p:nvPr/>
          </p:nvSpPr>
          <p:spPr>
            <a:xfrm rot="5400000">
              <a:off x="4779420" y="4618248"/>
              <a:ext cx="626364" cy="2182790"/>
            </a:xfrm>
            <a:prstGeom prst="rightBrace">
              <a:avLst>
                <a:gd name="adj1" fmla="val 8333"/>
                <a:gd name="adj2" fmla="val 4926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EDEC6F89-6AF4-FE52-3301-3BDB897B8872}"/>
                </a:ext>
              </a:extLst>
            </p:cNvPr>
            <p:cNvSpPr txBox="1"/>
            <p:nvPr/>
          </p:nvSpPr>
          <p:spPr>
            <a:xfrm>
              <a:off x="4483802" y="6141126"/>
              <a:ext cx="121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3pp</a:t>
              </a:r>
              <a:endParaRPr lang="ja-JP" altLang="en-US" sz="2800"/>
            </a:p>
          </p:txBody>
        </p: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ACC7B1B6-5A80-2E5E-461F-E558857E6F0A}"/>
                </a:ext>
              </a:extLst>
            </p:cNvPr>
            <p:cNvCxnSpPr/>
            <p:nvPr/>
          </p:nvCxnSpPr>
          <p:spPr>
            <a:xfrm>
              <a:off x="2920749" y="5018499"/>
              <a:ext cx="0" cy="58477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EF3ABFCC-AEC3-FCD5-6EA6-357583D54C59}"/>
                </a:ext>
              </a:extLst>
            </p:cNvPr>
            <p:cNvSpPr txBox="1"/>
            <p:nvPr/>
          </p:nvSpPr>
          <p:spPr>
            <a:xfrm>
              <a:off x="2311949" y="4431772"/>
              <a:ext cx="121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0%</a:t>
              </a:r>
              <a:endParaRPr lang="ja-JP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16343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83292DC-F4C0-FDB8-60C0-79F8BA659ABC}"/>
              </a:ext>
            </a:extLst>
          </p:cNvPr>
          <p:cNvGrpSpPr/>
          <p:nvPr/>
        </p:nvGrpSpPr>
        <p:grpSpPr>
          <a:xfrm>
            <a:off x="727023" y="2136553"/>
            <a:ext cx="11638306" cy="4536506"/>
            <a:chOff x="727023" y="2136553"/>
            <a:chExt cx="11638306" cy="4536506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4BDD96B7-98D8-3FA0-004A-F19F2D8BAF9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329" y="5278156"/>
              <a:ext cx="9526248" cy="0"/>
            </a:xfrm>
            <a:prstGeom prst="straightConnector1">
              <a:avLst/>
            </a:prstGeom>
            <a:ln w="698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92B43085-ADC3-9C51-06E2-375C0B88634E}"/>
                </a:ext>
              </a:extLst>
            </p:cNvPr>
            <p:cNvSpPr txBox="1"/>
            <p:nvPr/>
          </p:nvSpPr>
          <p:spPr>
            <a:xfrm>
              <a:off x="727023" y="4985768"/>
              <a:ext cx="218278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増税率</a:t>
              </a:r>
            </a:p>
          </p:txBody>
        </p: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0D85D6DC-1754-3DF0-E8B6-762B6E899425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3433577" y="3213771"/>
              <a:ext cx="0" cy="2064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C09F65C-22D9-DDA1-F199-1A17F0363D59}"/>
                </a:ext>
              </a:extLst>
            </p:cNvPr>
            <p:cNvSpPr txBox="1"/>
            <p:nvPr/>
          </p:nvSpPr>
          <p:spPr>
            <a:xfrm>
              <a:off x="2342182" y="2136553"/>
              <a:ext cx="21827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候補者</a:t>
              </a:r>
              <a:r>
                <a:rPr kumimoji="1" lang="en-US" altLang="ja-JP" sz="32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A</a:t>
              </a:r>
            </a:p>
            <a:p>
              <a:pPr algn="ctr"/>
              <a:r>
                <a:rPr kumimoji="1"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-</a:t>
              </a:r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５</a:t>
              </a:r>
              <a:r>
                <a:rPr kumimoji="1"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%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67009853-3BE5-58E4-F1AC-38659D39231E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11273934" y="3213772"/>
              <a:ext cx="0" cy="2064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B3A595C-AEDC-DECE-EB0F-CFC7BCA1028E}"/>
                </a:ext>
              </a:extLst>
            </p:cNvPr>
            <p:cNvSpPr txBox="1"/>
            <p:nvPr/>
          </p:nvSpPr>
          <p:spPr>
            <a:xfrm>
              <a:off x="10182539" y="2136554"/>
              <a:ext cx="21827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候補者</a:t>
              </a:r>
              <a:r>
                <a:rPr kumimoji="1" lang="en-US" altLang="ja-JP" sz="32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B</a:t>
              </a:r>
            </a:p>
            <a:p>
              <a:pPr algn="ctr"/>
              <a:r>
                <a:rPr kumimoji="1"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20%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491D384A-EA43-D1BF-EB4E-B5283DF9BDF4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6183997" y="3213771"/>
              <a:ext cx="0" cy="20643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B6E6F00F-5332-1652-32FD-5A55630D1ED6}"/>
                </a:ext>
              </a:extLst>
            </p:cNvPr>
            <p:cNvSpPr txBox="1"/>
            <p:nvPr/>
          </p:nvSpPr>
          <p:spPr>
            <a:xfrm>
              <a:off x="5092602" y="2136553"/>
              <a:ext cx="21827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solidFill>
                    <a:srgbClr val="FF0000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有権者</a:t>
              </a:r>
              <a:endParaRPr kumimoji="1" lang="en-US" altLang="ja-JP" sz="3200" dirty="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kumimoji="1" lang="en-US" altLang="ja-JP" sz="3200" dirty="0">
                  <a:solidFill>
                    <a:srgbClr val="FF0000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5%</a:t>
              </a:r>
              <a:endParaRPr lang="ja-JP" altLang="en-US" sz="320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1" name="右中かっこ 10">
              <a:extLst>
                <a:ext uri="{FF2B5EF4-FFF2-40B4-BE49-F238E27FC236}">
                  <a16:creationId xmlns:a16="http://schemas.microsoft.com/office/drawing/2014/main" id="{61DF06EC-C4BA-D327-D30F-D4C59855C664}"/>
                </a:ext>
              </a:extLst>
            </p:cNvPr>
            <p:cNvSpPr/>
            <p:nvPr/>
          </p:nvSpPr>
          <p:spPr>
            <a:xfrm rot="5400000">
              <a:off x="8415783" y="3164673"/>
              <a:ext cx="626364" cy="5089937"/>
            </a:xfrm>
            <a:prstGeom prst="rightBrace">
              <a:avLst>
                <a:gd name="adj1" fmla="val 8333"/>
                <a:gd name="adj2" fmla="val 4926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C9B377D7-DB8E-4BCF-F19D-348A1A9709E6}"/>
                </a:ext>
              </a:extLst>
            </p:cNvPr>
            <p:cNvSpPr txBox="1"/>
            <p:nvPr/>
          </p:nvSpPr>
          <p:spPr>
            <a:xfrm>
              <a:off x="8120165" y="6141126"/>
              <a:ext cx="121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15pp</a:t>
              </a:r>
              <a:endParaRPr lang="ja-JP" altLang="en-US" sz="2800"/>
            </a:p>
          </p:txBody>
        </p:sp>
        <p:sp>
          <p:nvSpPr>
            <p:cNvPr id="13" name="右中かっこ 12">
              <a:extLst>
                <a:ext uri="{FF2B5EF4-FFF2-40B4-BE49-F238E27FC236}">
                  <a16:creationId xmlns:a16="http://schemas.microsoft.com/office/drawing/2014/main" id="{ED5C94DA-1CEE-70CE-270C-AFCB100D8409}"/>
                </a:ext>
              </a:extLst>
            </p:cNvPr>
            <p:cNvSpPr/>
            <p:nvPr/>
          </p:nvSpPr>
          <p:spPr>
            <a:xfrm rot="5400000">
              <a:off x="4495605" y="4334433"/>
              <a:ext cx="626364" cy="2750420"/>
            </a:xfrm>
            <a:prstGeom prst="rightBrace">
              <a:avLst>
                <a:gd name="adj1" fmla="val 8333"/>
                <a:gd name="adj2" fmla="val 4926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60746537-8608-CC7F-FD95-F75CB3384B74}"/>
                </a:ext>
              </a:extLst>
            </p:cNvPr>
            <p:cNvSpPr txBox="1"/>
            <p:nvPr/>
          </p:nvSpPr>
          <p:spPr>
            <a:xfrm>
              <a:off x="4199987" y="6149839"/>
              <a:ext cx="121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10pp</a:t>
              </a:r>
              <a:endParaRPr lang="ja-JP" altLang="en-US" sz="2800"/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4CCA7A60-3609-C0AB-8E2C-9412877C68C0}"/>
                </a:ext>
              </a:extLst>
            </p:cNvPr>
            <p:cNvCxnSpPr/>
            <p:nvPr/>
          </p:nvCxnSpPr>
          <p:spPr>
            <a:xfrm>
              <a:off x="4808787" y="4985768"/>
              <a:ext cx="0" cy="584775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08D332A-66D1-694A-BA5F-0BD103FFD8D3}"/>
                </a:ext>
              </a:extLst>
            </p:cNvPr>
            <p:cNvSpPr txBox="1"/>
            <p:nvPr/>
          </p:nvSpPr>
          <p:spPr>
            <a:xfrm>
              <a:off x="4199987" y="4399041"/>
              <a:ext cx="12176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8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0%</a:t>
              </a:r>
              <a:endParaRPr lang="ja-JP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260619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B653FB7F-38AD-6E38-B241-7BEB63E275E7}"/>
              </a:ext>
            </a:extLst>
          </p:cNvPr>
          <p:cNvGrpSpPr/>
          <p:nvPr/>
        </p:nvGrpSpPr>
        <p:grpSpPr>
          <a:xfrm>
            <a:off x="1101783" y="4508212"/>
            <a:ext cx="10662689" cy="768326"/>
            <a:chOff x="1101783" y="4508212"/>
            <a:chExt cx="10662689" cy="768326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F905C499-8AD2-07DF-9B07-E09E35DC46E2}"/>
                </a:ext>
              </a:extLst>
            </p:cNvPr>
            <p:cNvCxnSpPr/>
            <p:nvPr/>
          </p:nvCxnSpPr>
          <p:spPr>
            <a:xfrm>
              <a:off x="1858781" y="5276538"/>
              <a:ext cx="9308891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25AEA0C4-DE11-698B-4BBC-5E390162DA93}"/>
                </a:ext>
              </a:extLst>
            </p:cNvPr>
            <p:cNvSpPr txBox="1"/>
            <p:nvPr/>
          </p:nvSpPr>
          <p:spPr>
            <a:xfrm>
              <a:off x="1101783" y="4508212"/>
              <a:ext cx="151399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左派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AB526EA3-0CDB-7C36-0F40-36597206FFDA}"/>
                </a:ext>
              </a:extLst>
            </p:cNvPr>
            <p:cNvSpPr txBox="1"/>
            <p:nvPr/>
          </p:nvSpPr>
          <p:spPr>
            <a:xfrm>
              <a:off x="10250476" y="4508212"/>
              <a:ext cx="151399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右派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658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254E6B92-7806-F36F-3554-564653DE0127}"/>
              </a:ext>
            </a:extLst>
          </p:cNvPr>
          <p:cNvGrpSpPr/>
          <p:nvPr/>
        </p:nvGrpSpPr>
        <p:grpSpPr>
          <a:xfrm>
            <a:off x="155905" y="2097904"/>
            <a:ext cx="12354225" cy="5535944"/>
            <a:chOff x="155905" y="2090409"/>
            <a:chExt cx="12354225" cy="5535944"/>
          </a:xfrm>
        </p:grpSpPr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AB179B89-BD97-8127-E584-FD029C7127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761648" y="3299350"/>
              <a:ext cx="6748482" cy="2083633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59FE17E4-5F4F-DAC0-42AF-89D67A5122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5905" y="2090409"/>
              <a:ext cx="4814136" cy="3638311"/>
            </a:xfrm>
            <a:prstGeom prst="rect">
              <a:avLst/>
            </a:prstGeom>
          </p:spPr>
        </p:pic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99CC7510-A02C-38ED-F9A6-B9CF413EDB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34948" y="6950478"/>
              <a:ext cx="1991090" cy="675875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60FA8AE1-66AB-1E6A-7445-FE005B239B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9905" y="6004667"/>
              <a:ext cx="2003095" cy="418692"/>
            </a:xfrm>
            <a:prstGeom prst="rect">
              <a:avLst/>
            </a:prstGeom>
          </p:spPr>
        </p:pic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65D0FD1D-1562-A30D-F15C-1FE78E2D4E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28648" y="5768085"/>
              <a:ext cx="1419590" cy="946393"/>
            </a:xfrm>
            <a:prstGeom prst="rect">
              <a:avLst/>
            </a:prstGeom>
          </p:spPr>
        </p:pic>
        <p:sp>
          <p:nvSpPr>
            <p:cNvPr id="2" name="爆発 1 1">
              <a:extLst>
                <a:ext uri="{FF2B5EF4-FFF2-40B4-BE49-F238E27FC236}">
                  <a16:creationId xmlns:a16="http://schemas.microsoft.com/office/drawing/2014/main" id="{394A7A9F-7EF4-F90A-2525-FFBA855B2352}"/>
                </a:ext>
              </a:extLst>
            </p:cNvPr>
            <p:cNvSpPr/>
            <p:nvPr/>
          </p:nvSpPr>
          <p:spPr>
            <a:xfrm>
              <a:off x="4527031" y="3650105"/>
              <a:ext cx="1110138" cy="1031481"/>
            </a:xfrm>
            <a:prstGeom prst="irregularSeal1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316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D8EC752E-9A86-CF94-877B-1EEB4699CBAC}"/>
              </a:ext>
            </a:extLst>
          </p:cNvPr>
          <p:cNvGrpSpPr/>
          <p:nvPr/>
        </p:nvGrpSpPr>
        <p:grpSpPr>
          <a:xfrm>
            <a:off x="901930" y="2289500"/>
            <a:ext cx="10732539" cy="4717507"/>
            <a:chOff x="901930" y="2289500"/>
            <a:chExt cx="10732539" cy="4717507"/>
          </a:xfrm>
        </p:grpSpPr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1D8D86D2-8C50-0D3B-9540-BCB2B93525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>
              <a:off x="901930" y="2289500"/>
              <a:ext cx="4838469" cy="4717507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E871B4A9-70B0-567F-6509-8D6C55C4F4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6795999" y="2551246"/>
              <a:ext cx="4838470" cy="4261642"/>
            </a:xfrm>
            <a:prstGeom prst="rect">
              <a:avLst/>
            </a:prstGeom>
          </p:spPr>
        </p:pic>
        <p:sp>
          <p:nvSpPr>
            <p:cNvPr id="6" name="爆発 1 5">
              <a:extLst>
                <a:ext uri="{FF2B5EF4-FFF2-40B4-BE49-F238E27FC236}">
                  <a16:creationId xmlns:a16="http://schemas.microsoft.com/office/drawing/2014/main" id="{C8B247BE-92D5-218C-EB9D-723D5675C0D5}"/>
                </a:ext>
              </a:extLst>
            </p:cNvPr>
            <p:cNvSpPr/>
            <p:nvPr/>
          </p:nvSpPr>
          <p:spPr>
            <a:xfrm>
              <a:off x="5700883" y="4572000"/>
              <a:ext cx="1395555" cy="1038358"/>
            </a:xfrm>
            <a:prstGeom prst="irregularSeal1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5335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B3B0EA27-4F4A-7BE6-5D5E-917326157226}"/>
              </a:ext>
            </a:extLst>
          </p:cNvPr>
          <p:cNvGrpSpPr/>
          <p:nvPr/>
        </p:nvGrpSpPr>
        <p:grpSpPr>
          <a:xfrm>
            <a:off x="449705" y="2287730"/>
            <a:ext cx="11889074" cy="5635130"/>
            <a:chOff x="449705" y="2287730"/>
            <a:chExt cx="11889074" cy="5635130"/>
          </a:xfrm>
        </p:grpSpPr>
        <p:pic>
          <p:nvPicPr>
            <p:cNvPr id="3" name="グラフィックス 2">
              <a:extLst>
                <a:ext uri="{FF2B5EF4-FFF2-40B4-BE49-F238E27FC236}">
                  <a16:creationId xmlns:a16="http://schemas.microsoft.com/office/drawing/2014/main" id="{7F7E0781-FA57-D187-5DE0-E36EB4DBC0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03068" y="2287730"/>
              <a:ext cx="6535711" cy="1879176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D59428A4-4822-DCA4-899A-FFA8E58151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50112" y="4044950"/>
              <a:ext cx="4691920" cy="1141796"/>
            </a:xfrm>
            <a:prstGeom prst="rect">
              <a:avLst/>
            </a:prstGeom>
          </p:spPr>
        </p:pic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D5A35544-6C18-D92B-1EDF-FD63CF4080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705" y="2921424"/>
              <a:ext cx="4635301" cy="1879176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05867858-962A-CA46-8AC2-01A1C3E061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90831" y="6208984"/>
              <a:ext cx="3937834" cy="1713876"/>
            </a:xfrm>
            <a:prstGeom prst="rect">
              <a:avLst/>
            </a:prstGeom>
          </p:spPr>
        </p:pic>
        <p:sp>
          <p:nvSpPr>
            <p:cNvPr id="2" name="爆発 1 1">
              <a:extLst>
                <a:ext uri="{FF2B5EF4-FFF2-40B4-BE49-F238E27FC236}">
                  <a16:creationId xmlns:a16="http://schemas.microsoft.com/office/drawing/2014/main" id="{7A41B520-DCA2-EC9C-033C-0F4F0724B746}"/>
                </a:ext>
              </a:extLst>
            </p:cNvPr>
            <p:cNvSpPr/>
            <p:nvPr/>
          </p:nvSpPr>
          <p:spPr>
            <a:xfrm>
              <a:off x="5304618" y="4103926"/>
              <a:ext cx="1049311" cy="939588"/>
            </a:xfrm>
            <a:prstGeom prst="irregularSeal1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グラフィックス 10" descr="手のひら 枠線">
              <a:extLst>
                <a:ext uri="{FF2B5EF4-FFF2-40B4-BE49-F238E27FC236}">
                  <a16:creationId xmlns:a16="http://schemas.microsoft.com/office/drawing/2014/main" id="{12087A20-AE75-1625-11EB-9A6563BA63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3525238">
              <a:off x="2917670" y="4677357"/>
              <a:ext cx="1423582" cy="1423582"/>
            </a:xfrm>
            <a:prstGeom prst="rect">
              <a:avLst/>
            </a:prstGeom>
          </p:spPr>
        </p:pic>
        <p:pic>
          <p:nvPicPr>
            <p:cNvPr id="17" name="グラフィックス 16" descr="手のひら 枠線">
              <a:extLst>
                <a:ext uri="{FF2B5EF4-FFF2-40B4-BE49-F238E27FC236}">
                  <a16:creationId xmlns:a16="http://schemas.microsoft.com/office/drawing/2014/main" id="{D34FAD1A-22D2-1FE0-FA1A-F5B57B6426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201914" flipH="1">
              <a:off x="7635297" y="5212335"/>
              <a:ext cx="1423582" cy="1423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4596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006E8A9F-D814-836F-3AA7-ED3DE5350AFE}"/>
              </a:ext>
            </a:extLst>
          </p:cNvPr>
          <p:cNvGrpSpPr/>
          <p:nvPr/>
        </p:nvGrpSpPr>
        <p:grpSpPr>
          <a:xfrm>
            <a:off x="163905" y="2667201"/>
            <a:ext cx="12473790" cy="5290803"/>
            <a:chOff x="-159870" y="2545281"/>
            <a:chExt cx="13144344" cy="557522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A6A5DD93-333C-794A-0E7C-DA7E2DC03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834233" y="3469764"/>
              <a:ext cx="2150241" cy="2150241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EB90E74-EDD4-5120-1C51-0D5B92AF4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59870" y="3469765"/>
              <a:ext cx="2150241" cy="2150241"/>
            </a:xfrm>
            <a:prstGeom prst="rect">
              <a:avLst/>
            </a:prstGeom>
          </p:spPr>
        </p:pic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F3D9561A-70D4-CBC4-9B48-C0461EE32F14}"/>
                </a:ext>
              </a:extLst>
            </p:cNvPr>
            <p:cNvGrpSpPr/>
            <p:nvPr/>
          </p:nvGrpSpPr>
          <p:grpSpPr>
            <a:xfrm>
              <a:off x="3183410" y="2545281"/>
              <a:ext cx="6720447" cy="3759034"/>
              <a:chOff x="2698959" y="686302"/>
              <a:chExt cx="7403682" cy="4141197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40B5E5C9-1957-04B8-1891-00832B1EC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8838" y="1235622"/>
                <a:ext cx="2279858" cy="2837998"/>
              </a:xfrm>
              <a:prstGeom prst="rect">
                <a:avLst/>
              </a:prstGeom>
            </p:spPr>
          </p:pic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B711A6FA-42E9-08CE-AB49-EEC8F02F7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97159" y="3022017"/>
                <a:ext cx="1805482" cy="1805482"/>
              </a:xfrm>
              <a:prstGeom prst="rect">
                <a:avLst/>
              </a:prstGeom>
            </p:spPr>
          </p:pic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068E3096-8E9A-4E7C-E77C-3B0D7DBD67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93093" y="686302"/>
                <a:ext cx="1805482" cy="1805482"/>
              </a:xfrm>
              <a:prstGeom prst="rect">
                <a:avLst/>
              </a:prstGeom>
            </p:spPr>
          </p:pic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6EFE1DD9-9E9F-0310-B7E2-05FDDEC06C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8959" y="686302"/>
                <a:ext cx="1805482" cy="1805482"/>
              </a:xfrm>
              <a:prstGeom prst="rect">
                <a:avLst/>
              </a:prstGeom>
            </p:spPr>
          </p:pic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BDACC4AB-D322-95AC-1FB5-214BB0D871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98959" y="3022017"/>
                <a:ext cx="1805482" cy="1805482"/>
              </a:xfrm>
              <a:prstGeom prst="rect">
                <a:avLst/>
              </a:prstGeom>
            </p:spPr>
          </p:pic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84628CB2-D313-7334-C973-3A641E9162E7}"/>
                  </a:ext>
                </a:extLst>
              </p:cNvPr>
              <p:cNvGrpSpPr/>
              <p:nvPr/>
            </p:nvGrpSpPr>
            <p:grpSpPr>
              <a:xfrm rot="19714876">
                <a:off x="4512288" y="3047752"/>
                <a:ext cx="897769" cy="917340"/>
                <a:chOff x="4602268" y="3181912"/>
                <a:chExt cx="934691" cy="774368"/>
              </a:xfrm>
            </p:grpSpPr>
            <p:pic>
              <p:nvPicPr>
                <p:cNvPr id="18" name="グラフィックス 17" descr="手のひら 枠線">
                  <a:extLst>
                    <a:ext uri="{FF2B5EF4-FFF2-40B4-BE49-F238E27FC236}">
                      <a16:creationId xmlns:a16="http://schemas.microsoft.com/office/drawing/2014/main" id="{B768393D-7A0A-E468-160F-31A98D871D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602268" y="3289175"/>
                  <a:ext cx="667105" cy="667105"/>
                </a:xfrm>
                <a:prstGeom prst="rect">
                  <a:avLst/>
                </a:prstGeom>
              </p:spPr>
            </p:pic>
            <p:pic>
              <p:nvPicPr>
                <p:cNvPr id="19" name="グラフィックス 18" descr="保護の手 枠線">
                  <a:extLst>
                    <a:ext uri="{FF2B5EF4-FFF2-40B4-BE49-F238E27FC236}">
                      <a16:creationId xmlns:a16="http://schemas.microsoft.com/office/drawing/2014/main" id="{7BD03947-E06F-C1AC-FF5D-6789D7713C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869854" y="3181912"/>
                  <a:ext cx="667105" cy="667105"/>
                </a:xfrm>
                <a:prstGeom prst="rect">
                  <a:avLst/>
                </a:prstGeom>
              </p:spPr>
            </p:pic>
          </p:grpSp>
          <p:grpSp>
            <p:nvGrpSpPr>
              <p:cNvPr id="20" name="グループ化 19">
                <a:extLst>
                  <a:ext uri="{FF2B5EF4-FFF2-40B4-BE49-F238E27FC236}">
                    <a16:creationId xmlns:a16="http://schemas.microsoft.com/office/drawing/2014/main" id="{4CC48456-ECF2-9A42-0A6B-2DFA2092063A}"/>
                  </a:ext>
                </a:extLst>
              </p:cNvPr>
              <p:cNvGrpSpPr/>
              <p:nvPr/>
            </p:nvGrpSpPr>
            <p:grpSpPr>
              <a:xfrm rot="1885124" flipH="1">
                <a:off x="7148193" y="3161867"/>
                <a:ext cx="897769" cy="917340"/>
                <a:chOff x="4602268" y="3181912"/>
                <a:chExt cx="934691" cy="774368"/>
              </a:xfrm>
            </p:grpSpPr>
            <p:pic>
              <p:nvPicPr>
                <p:cNvPr id="21" name="グラフィックス 20" descr="手のひら 枠線">
                  <a:extLst>
                    <a:ext uri="{FF2B5EF4-FFF2-40B4-BE49-F238E27FC236}">
                      <a16:creationId xmlns:a16="http://schemas.microsoft.com/office/drawing/2014/main" id="{ED0954FF-6FD3-205B-0F04-AC9FFF885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602268" y="3289175"/>
                  <a:ext cx="667105" cy="667105"/>
                </a:xfrm>
                <a:prstGeom prst="rect">
                  <a:avLst/>
                </a:prstGeom>
              </p:spPr>
            </p:pic>
            <p:pic>
              <p:nvPicPr>
                <p:cNvPr id="22" name="グラフィックス 21" descr="保護の手 枠線">
                  <a:extLst>
                    <a:ext uri="{FF2B5EF4-FFF2-40B4-BE49-F238E27FC236}">
                      <a16:creationId xmlns:a16="http://schemas.microsoft.com/office/drawing/2014/main" id="{28549914-5818-E13D-F138-E038AAFD88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869854" y="3181912"/>
                  <a:ext cx="667105" cy="667105"/>
                </a:xfrm>
                <a:prstGeom prst="rect">
                  <a:avLst/>
                </a:prstGeom>
              </p:spPr>
            </p:pic>
          </p:grpSp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40A02241-FE79-49F8-01BD-93A0489B1EDC}"/>
                  </a:ext>
                </a:extLst>
              </p:cNvPr>
              <p:cNvGrpSpPr/>
              <p:nvPr/>
            </p:nvGrpSpPr>
            <p:grpSpPr>
              <a:xfrm rot="728023" flipH="1">
                <a:off x="4385854" y="1654881"/>
                <a:ext cx="897769" cy="917340"/>
                <a:chOff x="4602268" y="3181912"/>
                <a:chExt cx="934691" cy="774368"/>
              </a:xfrm>
            </p:grpSpPr>
            <p:pic>
              <p:nvPicPr>
                <p:cNvPr id="24" name="グラフィックス 23" descr="手のひら 枠線">
                  <a:extLst>
                    <a:ext uri="{FF2B5EF4-FFF2-40B4-BE49-F238E27FC236}">
                      <a16:creationId xmlns:a16="http://schemas.microsoft.com/office/drawing/2014/main" id="{6812ED9D-82FC-F4E0-D2EF-AE62573C94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602268" y="3289175"/>
                  <a:ext cx="667105" cy="667105"/>
                </a:xfrm>
                <a:prstGeom prst="rect">
                  <a:avLst/>
                </a:prstGeom>
              </p:spPr>
            </p:pic>
            <p:pic>
              <p:nvPicPr>
                <p:cNvPr id="25" name="グラフィックス 24" descr="保護の手 枠線">
                  <a:extLst>
                    <a:ext uri="{FF2B5EF4-FFF2-40B4-BE49-F238E27FC236}">
                      <a16:creationId xmlns:a16="http://schemas.microsoft.com/office/drawing/2014/main" id="{A83171FE-A318-710F-D02A-FE517D985C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869854" y="3181912"/>
                  <a:ext cx="667105" cy="667105"/>
                </a:xfrm>
                <a:prstGeom prst="rect">
                  <a:avLst/>
                </a:prstGeom>
              </p:spPr>
            </p:pic>
          </p:grpSp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E30D3F02-1B4A-988B-6849-9F77E2143936}"/>
                  </a:ext>
                </a:extLst>
              </p:cNvPr>
              <p:cNvGrpSpPr/>
              <p:nvPr/>
            </p:nvGrpSpPr>
            <p:grpSpPr>
              <a:xfrm rot="20871977">
                <a:off x="7513912" y="1649244"/>
                <a:ext cx="897769" cy="917340"/>
                <a:chOff x="4602268" y="3181912"/>
                <a:chExt cx="934691" cy="774368"/>
              </a:xfrm>
            </p:grpSpPr>
            <p:pic>
              <p:nvPicPr>
                <p:cNvPr id="27" name="グラフィックス 26" descr="手のひら 枠線">
                  <a:extLst>
                    <a:ext uri="{FF2B5EF4-FFF2-40B4-BE49-F238E27FC236}">
                      <a16:creationId xmlns:a16="http://schemas.microsoft.com/office/drawing/2014/main" id="{7A75D15A-7434-019D-7303-74C4879C39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602268" y="3289175"/>
                  <a:ext cx="667105" cy="667105"/>
                </a:xfrm>
                <a:prstGeom prst="rect">
                  <a:avLst/>
                </a:prstGeom>
              </p:spPr>
            </p:pic>
            <p:pic>
              <p:nvPicPr>
                <p:cNvPr id="28" name="グラフィックス 27" descr="保護の手 枠線">
                  <a:extLst>
                    <a:ext uri="{FF2B5EF4-FFF2-40B4-BE49-F238E27FC236}">
                      <a16:creationId xmlns:a16="http://schemas.microsoft.com/office/drawing/2014/main" id="{0DF26F29-313C-AB45-A603-6895325E45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 rot="1268024">
                  <a:off x="4869854" y="3181912"/>
                  <a:ext cx="667105" cy="66710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CA84DEA7-A6FF-68A1-80D8-86D79E9FD86A}"/>
                </a:ext>
              </a:extLst>
            </p:cNvPr>
            <p:cNvGrpSpPr/>
            <p:nvPr/>
          </p:nvGrpSpPr>
          <p:grpSpPr>
            <a:xfrm>
              <a:off x="2039507" y="3358485"/>
              <a:ext cx="1252724" cy="2015680"/>
              <a:chOff x="1974676" y="3681372"/>
              <a:chExt cx="1252724" cy="2015680"/>
            </a:xfrm>
          </p:grpSpPr>
          <p:pic>
            <p:nvPicPr>
              <p:cNvPr id="30" name="グラフィックス 29" descr="挙手 単色塗りつぶし">
                <a:extLst>
                  <a:ext uri="{FF2B5EF4-FFF2-40B4-BE49-F238E27FC236}">
                    <a16:creationId xmlns:a16="http://schemas.microsoft.com/office/drawing/2014/main" id="{F8AC979E-EA43-EEF4-1C59-42FE57EF23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74676" y="3681372"/>
                <a:ext cx="1252724" cy="1252724"/>
              </a:xfrm>
              <a:prstGeom prst="rect">
                <a:avLst/>
              </a:prstGeom>
            </p:spPr>
          </p:pic>
          <p:sp>
            <p:nvSpPr>
              <p:cNvPr id="33" name="爆発 1 32">
                <a:extLst>
                  <a:ext uri="{FF2B5EF4-FFF2-40B4-BE49-F238E27FC236}">
                    <a16:creationId xmlns:a16="http://schemas.microsoft.com/office/drawing/2014/main" id="{E713EA43-AD2D-EFEF-0253-9C4E0E27223F}"/>
                  </a:ext>
                </a:extLst>
              </p:cNvPr>
              <p:cNvSpPr/>
              <p:nvPr/>
            </p:nvSpPr>
            <p:spPr>
              <a:xfrm>
                <a:off x="2200986" y="4899857"/>
                <a:ext cx="804458" cy="797195"/>
              </a:xfrm>
              <a:prstGeom prst="irregularSeal1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B5CF32B2-B298-22EF-FB8C-5AF9550BAC02}"/>
                </a:ext>
              </a:extLst>
            </p:cNvPr>
            <p:cNvSpPr txBox="1"/>
            <p:nvPr/>
          </p:nvSpPr>
          <p:spPr>
            <a:xfrm>
              <a:off x="4606552" y="7166395"/>
              <a:ext cx="3870470" cy="95410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6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反システム政党</a:t>
              </a:r>
              <a:b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</a:br>
              <a:r>
                <a:rPr kumimoji="1" lang="en-US" altLang="ja-JP" sz="20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anti-system parties</a:t>
              </a:r>
              <a:endParaRPr lang="ja-JP" altLang="en-US" sz="3600"/>
            </a:p>
          </p:txBody>
        </p:sp>
        <p:grpSp>
          <p:nvGrpSpPr>
            <p:cNvPr id="51" name="グループ化 50">
              <a:extLst>
                <a:ext uri="{FF2B5EF4-FFF2-40B4-BE49-F238E27FC236}">
                  <a16:creationId xmlns:a16="http://schemas.microsoft.com/office/drawing/2014/main" id="{E9CC1D99-0AD7-42E1-8275-E437E7394A7D}"/>
                </a:ext>
              </a:extLst>
            </p:cNvPr>
            <p:cNvGrpSpPr/>
            <p:nvPr/>
          </p:nvGrpSpPr>
          <p:grpSpPr>
            <a:xfrm flipH="1">
              <a:off x="9585709" y="3229722"/>
              <a:ext cx="1252724" cy="2015680"/>
              <a:chOff x="1974676" y="3681372"/>
              <a:chExt cx="1252724" cy="2015680"/>
            </a:xfrm>
          </p:grpSpPr>
          <p:pic>
            <p:nvPicPr>
              <p:cNvPr id="52" name="グラフィックス 51" descr="挙手 単色塗りつぶし">
                <a:extLst>
                  <a:ext uri="{FF2B5EF4-FFF2-40B4-BE49-F238E27FC236}">
                    <a16:creationId xmlns:a16="http://schemas.microsoft.com/office/drawing/2014/main" id="{4EBC70E3-2CF1-F576-46D9-5EBE303A3F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974676" y="3681372"/>
                <a:ext cx="1252724" cy="1252724"/>
              </a:xfrm>
              <a:prstGeom prst="rect">
                <a:avLst/>
              </a:prstGeom>
            </p:spPr>
          </p:pic>
          <p:sp>
            <p:nvSpPr>
              <p:cNvPr id="53" name="爆発 1 52">
                <a:extLst>
                  <a:ext uri="{FF2B5EF4-FFF2-40B4-BE49-F238E27FC236}">
                    <a16:creationId xmlns:a16="http://schemas.microsoft.com/office/drawing/2014/main" id="{C9D19384-CA44-0E04-6985-D5143B7E2659}"/>
                  </a:ext>
                </a:extLst>
              </p:cNvPr>
              <p:cNvSpPr/>
              <p:nvPr/>
            </p:nvSpPr>
            <p:spPr>
              <a:xfrm>
                <a:off x="2200986" y="4899857"/>
                <a:ext cx="804458" cy="797195"/>
              </a:xfrm>
              <a:prstGeom prst="irregularSeal1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55" name="曲線コネクタ 54">
              <a:extLst>
                <a:ext uri="{FF2B5EF4-FFF2-40B4-BE49-F238E27FC236}">
                  <a16:creationId xmlns:a16="http://schemas.microsoft.com/office/drawing/2014/main" id="{D37115D8-A875-D4D4-A78A-205E80D9F415}"/>
                </a:ext>
              </a:extLst>
            </p:cNvPr>
            <p:cNvCxnSpPr>
              <a:stCxn id="37" idx="3"/>
              <a:endCxn id="5" idx="2"/>
            </p:cNvCxnSpPr>
            <p:nvPr/>
          </p:nvCxnSpPr>
          <p:spPr>
            <a:xfrm flipV="1">
              <a:off x="8477022" y="5620005"/>
              <a:ext cx="3432332" cy="2023443"/>
            </a:xfrm>
            <a:prstGeom prst="curved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曲線コネクタ 55">
              <a:extLst>
                <a:ext uri="{FF2B5EF4-FFF2-40B4-BE49-F238E27FC236}">
                  <a16:creationId xmlns:a16="http://schemas.microsoft.com/office/drawing/2014/main" id="{1CFFDF0D-886B-4DE8-2381-0F950BA94E42}"/>
                </a:ext>
              </a:extLst>
            </p:cNvPr>
            <p:cNvCxnSpPr>
              <a:cxnSpLocks/>
              <a:stCxn id="37" idx="1"/>
              <a:endCxn id="7" idx="2"/>
            </p:cNvCxnSpPr>
            <p:nvPr/>
          </p:nvCxnSpPr>
          <p:spPr>
            <a:xfrm rot="10800000">
              <a:off x="915252" y="5620007"/>
              <a:ext cx="3691301" cy="2023442"/>
            </a:xfrm>
            <a:prstGeom prst="curved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668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6C19007C-4305-2626-CEF5-58E409ED8840}"/>
              </a:ext>
            </a:extLst>
          </p:cNvPr>
          <p:cNvGrpSpPr/>
          <p:nvPr/>
        </p:nvGrpSpPr>
        <p:grpSpPr>
          <a:xfrm>
            <a:off x="157083" y="2370162"/>
            <a:ext cx="12508199" cy="4200379"/>
            <a:chOff x="157083" y="2370162"/>
            <a:chExt cx="12508199" cy="4200379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39068A81-4B16-F159-93AE-1A6270F08C76}"/>
                </a:ext>
              </a:extLst>
            </p:cNvPr>
            <p:cNvSpPr txBox="1"/>
            <p:nvPr/>
          </p:nvSpPr>
          <p:spPr>
            <a:xfrm>
              <a:off x="6876581" y="2370162"/>
              <a:ext cx="3762531" cy="8925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閣内協力</a:t>
              </a:r>
              <a:br>
                <a:rPr kumimoji="1" lang="en-US" altLang="ja-JP" sz="32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</a:br>
              <a:r>
                <a:rPr kumimoji="1" lang="ja-JP" altLang="en-US" sz="20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（連立）</a:t>
              </a:r>
              <a:endParaRPr lang="ja-JP" altLang="en-US" sz="3200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D61D920-1766-123A-1C04-CDCD26FA48FD}"/>
                </a:ext>
              </a:extLst>
            </p:cNvPr>
            <p:cNvSpPr txBox="1"/>
            <p:nvPr/>
          </p:nvSpPr>
          <p:spPr>
            <a:xfrm>
              <a:off x="3114050" y="2370162"/>
              <a:ext cx="3762531" cy="8925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閣外協力</a:t>
              </a:r>
              <a:endParaRPr kumimoji="1" lang="en-US" altLang="ja-JP" sz="3200" dirty="0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  <a:p>
              <a:pPr algn="ctr"/>
              <a:r>
                <a:rPr kumimoji="1" lang="en-US" altLang="ja-JP" sz="20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(confidence &amp; supply)</a:t>
              </a:r>
              <a:endParaRPr lang="ja-JP" altLang="en-US" sz="2000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C81767A-A0FF-429B-DACC-085FCFE830E2}"/>
                </a:ext>
              </a:extLst>
            </p:cNvPr>
            <p:cNvSpPr txBox="1"/>
            <p:nvPr/>
          </p:nvSpPr>
          <p:spPr>
            <a:xfrm>
              <a:off x="157083" y="2370162"/>
              <a:ext cx="2956967" cy="8925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部分連合</a:t>
              </a:r>
              <a:br>
                <a:rPr kumimoji="1" lang="en-US" altLang="ja-JP" sz="32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</a:br>
              <a:r>
                <a:rPr kumimoji="1" lang="en-US" altLang="ja-JP" sz="20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(</a:t>
              </a:r>
              <a:r>
                <a:rPr kumimoji="1" lang="ja-JP" altLang="en-US" sz="20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パーシャル連合</a:t>
              </a:r>
              <a:r>
                <a:rPr kumimoji="1" lang="en-US" altLang="ja-JP" sz="20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)</a:t>
              </a:r>
              <a:endParaRPr lang="ja-JP" altLang="en-US" sz="3200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B858506E-44DC-E300-5FB1-C096E880AB21}"/>
                </a:ext>
              </a:extLst>
            </p:cNvPr>
            <p:cNvSpPr txBox="1"/>
            <p:nvPr/>
          </p:nvSpPr>
          <p:spPr>
            <a:xfrm>
              <a:off x="6876581" y="4231441"/>
              <a:ext cx="3762531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閣僚ポストの共有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F2080C2A-8884-AE3E-7310-7F94276B45E6}"/>
                </a:ext>
              </a:extLst>
            </p:cNvPr>
            <p:cNvSpPr txBox="1"/>
            <p:nvPr/>
          </p:nvSpPr>
          <p:spPr>
            <a:xfrm>
              <a:off x="3822492" y="4816216"/>
              <a:ext cx="6816619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法案採決での恒常的協力</a:t>
              </a:r>
              <a:r>
                <a:rPr kumimoji="1"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 (</a:t>
              </a:r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事前審査</a:t>
              </a:r>
              <a:r>
                <a:rPr kumimoji="1"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)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8F4E68D-1E61-BDCA-3629-F7723E656244}"/>
                </a:ext>
              </a:extLst>
            </p:cNvPr>
            <p:cNvSpPr txBox="1"/>
            <p:nvPr/>
          </p:nvSpPr>
          <p:spPr>
            <a:xfrm>
              <a:off x="3114049" y="5400991"/>
              <a:ext cx="7525061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首相指名選挙での協力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D4618CF-75F1-CC1E-92CF-87DD263695FC}"/>
                </a:ext>
              </a:extLst>
            </p:cNvPr>
            <p:cNvSpPr txBox="1"/>
            <p:nvPr/>
          </p:nvSpPr>
          <p:spPr>
            <a:xfrm>
              <a:off x="157084" y="5985766"/>
              <a:ext cx="10482026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法案採決でのその都度の協力</a:t>
              </a:r>
              <a:endParaRPr lang="ja-JP" altLang="en-US" sz="32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B3003924-7F1D-25DA-D484-732855D6FF3B}"/>
                </a:ext>
              </a:extLst>
            </p:cNvPr>
            <p:cNvSpPr txBox="1"/>
            <p:nvPr/>
          </p:nvSpPr>
          <p:spPr>
            <a:xfrm>
              <a:off x="11347554" y="4231441"/>
              <a:ext cx="1317728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政権</a:t>
              </a:r>
              <a:endParaRPr lang="ja-JP" altLang="en-US" sz="320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929AEA4-B99A-1F12-55ED-9F047D5FEE2E}"/>
                </a:ext>
              </a:extLst>
            </p:cNvPr>
            <p:cNvSpPr txBox="1"/>
            <p:nvPr/>
          </p:nvSpPr>
          <p:spPr>
            <a:xfrm>
              <a:off x="11347553" y="5400991"/>
              <a:ext cx="1317728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国会</a:t>
              </a:r>
              <a:endParaRPr lang="ja-JP" altLang="en-US" sz="3200"/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5BFBE178-C7C8-F64F-3028-BD44D4CA1FB8}"/>
                </a:ext>
              </a:extLst>
            </p:cNvPr>
            <p:cNvCxnSpPr>
              <a:stCxn id="9" idx="1"/>
              <a:endCxn id="5" idx="3"/>
            </p:cNvCxnSpPr>
            <p:nvPr/>
          </p:nvCxnSpPr>
          <p:spPr>
            <a:xfrm flipH="1">
              <a:off x="10639112" y="4523829"/>
              <a:ext cx="7084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13E34BF8-78D1-2D79-DD40-89C30F8085F2}"/>
                </a:ext>
              </a:extLst>
            </p:cNvPr>
            <p:cNvCxnSpPr>
              <a:cxnSpLocks/>
              <a:stCxn id="9" idx="1"/>
              <a:endCxn id="7" idx="3"/>
            </p:cNvCxnSpPr>
            <p:nvPr/>
          </p:nvCxnSpPr>
          <p:spPr>
            <a:xfrm flipH="1">
              <a:off x="10639110" y="4523829"/>
              <a:ext cx="708444" cy="11695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BC45DE0E-BC62-63E8-FA86-21B5DE4731F9}"/>
                </a:ext>
              </a:extLst>
            </p:cNvPr>
            <p:cNvCxnSpPr>
              <a:cxnSpLocks/>
              <a:stCxn id="10" idx="1"/>
              <a:endCxn id="6" idx="3"/>
            </p:cNvCxnSpPr>
            <p:nvPr/>
          </p:nvCxnSpPr>
          <p:spPr>
            <a:xfrm flipH="1" flipV="1">
              <a:off x="10639111" y="5108604"/>
              <a:ext cx="708442" cy="58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D61E57DA-AE9D-766C-B214-10E9B2451208}"/>
                </a:ext>
              </a:extLst>
            </p:cNvPr>
            <p:cNvCxnSpPr>
              <a:cxnSpLocks/>
              <a:stCxn id="10" idx="1"/>
              <a:endCxn id="7" idx="3"/>
            </p:cNvCxnSpPr>
            <p:nvPr/>
          </p:nvCxnSpPr>
          <p:spPr>
            <a:xfrm flipH="1">
              <a:off x="10639110" y="5693379"/>
              <a:ext cx="70844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DE54C75F-C8C2-C45C-195E-8A44E8DDDEC8}"/>
                </a:ext>
              </a:extLst>
            </p:cNvPr>
            <p:cNvCxnSpPr>
              <a:cxnSpLocks/>
              <a:stCxn id="10" idx="1"/>
              <a:endCxn id="8" idx="3"/>
            </p:cNvCxnSpPr>
            <p:nvPr/>
          </p:nvCxnSpPr>
          <p:spPr>
            <a:xfrm flipH="1">
              <a:off x="10639110" y="5693379"/>
              <a:ext cx="708443" cy="58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1957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0AC263B6-3684-6200-85D3-AED9CD034748}"/>
              </a:ext>
            </a:extLst>
          </p:cNvPr>
          <p:cNvGrpSpPr/>
          <p:nvPr/>
        </p:nvGrpSpPr>
        <p:grpSpPr>
          <a:xfrm>
            <a:off x="479208" y="657973"/>
            <a:ext cx="12147158" cy="7191134"/>
            <a:chOff x="479208" y="657973"/>
            <a:chExt cx="12147158" cy="7191134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228C3C54-CC6D-F0D0-0AA1-9E4F571D18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598" y="1319135"/>
              <a:ext cx="2208080" cy="2713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CEB100D0-8D99-8C49-4BD9-848E6CCB7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5287" y="1319135"/>
              <a:ext cx="2208080" cy="2713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E1849215-7B0B-C2AA-4519-DD1B1A946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208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6">
              <a:extLst>
                <a:ext uri="{FF2B5EF4-FFF2-40B4-BE49-F238E27FC236}">
                  <a16:creationId xmlns:a16="http://schemas.microsoft.com/office/drawing/2014/main" id="{52AFC797-3A97-063C-E9A8-080C33511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8302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6">
              <a:extLst>
                <a:ext uri="{FF2B5EF4-FFF2-40B4-BE49-F238E27FC236}">
                  <a16:creationId xmlns:a16="http://schemas.microsoft.com/office/drawing/2014/main" id="{B61D0E87-851F-5D4D-E9AE-95AA97D3DA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396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27C16DED-A29D-3BDC-C8DC-5048C36F8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32154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3E34EE4E-49F5-9AC0-A42A-00015AB70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775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E5BBBF1B-F3E3-0A33-F2A7-6EA12AF089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9533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267914E7-9638-A9DB-1D9E-8BC286EEBC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8627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8D879106-8945-17D0-ABC5-E0F642478C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7721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>
              <a:extLst>
                <a:ext uri="{FF2B5EF4-FFF2-40B4-BE49-F238E27FC236}">
                  <a16:creationId xmlns:a16="http://schemas.microsoft.com/office/drawing/2014/main" id="{35808691-AA5C-0620-2867-5EDFFC0C14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22479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>
              <a:extLst>
                <a:ext uri="{FF2B5EF4-FFF2-40B4-BE49-F238E27FC236}">
                  <a16:creationId xmlns:a16="http://schemas.microsoft.com/office/drawing/2014/main" id="{508E804F-D151-03D0-6A9B-2DAEB08B62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5100" y="5568847"/>
              <a:ext cx="1003887" cy="134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7CACA07B-45E4-AE05-30CD-5CD80E9EB62C}"/>
                </a:ext>
              </a:extLst>
            </p:cNvPr>
            <p:cNvSpPr txBox="1"/>
            <p:nvPr/>
          </p:nvSpPr>
          <p:spPr>
            <a:xfrm>
              <a:off x="2488367" y="4293963"/>
              <a:ext cx="683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A</a:t>
              </a:r>
              <a:endParaRPr kumimoji="1" lang="ja-JP" altLang="en-US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52C9801-B997-CABD-EE3B-647217C29EFD}"/>
                </a:ext>
              </a:extLst>
            </p:cNvPr>
            <p:cNvSpPr txBox="1"/>
            <p:nvPr/>
          </p:nvSpPr>
          <p:spPr>
            <a:xfrm>
              <a:off x="6327769" y="4293962"/>
              <a:ext cx="683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B</a:t>
              </a:r>
              <a:endParaRPr kumimoji="1" lang="ja-JP" altLang="en-US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75D02A5-9A74-C674-15CC-BE70535F865D}"/>
                </a:ext>
              </a:extLst>
            </p:cNvPr>
            <p:cNvSpPr txBox="1"/>
            <p:nvPr/>
          </p:nvSpPr>
          <p:spPr>
            <a:xfrm>
              <a:off x="9971469" y="4293962"/>
              <a:ext cx="683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C</a:t>
              </a:r>
              <a:endParaRPr kumimoji="1" lang="ja-JP" altLang="en-US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5CC6DCD8-4F15-E9EC-094D-102AEFBC1A6D}"/>
                </a:ext>
              </a:extLst>
            </p:cNvPr>
            <p:cNvCxnSpPr>
              <a:cxnSpLocks/>
            </p:cNvCxnSpPr>
            <p:nvPr/>
          </p:nvCxnSpPr>
          <p:spPr>
            <a:xfrm>
              <a:off x="479208" y="5276538"/>
              <a:ext cx="1214715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5B060F9-3091-39B5-BF4F-40FC7E4C49B5}"/>
                </a:ext>
              </a:extLst>
            </p:cNvPr>
            <p:cNvSpPr txBox="1"/>
            <p:nvPr/>
          </p:nvSpPr>
          <p:spPr>
            <a:xfrm>
              <a:off x="3300194" y="734360"/>
              <a:ext cx="1704888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あなた</a:t>
              </a:r>
              <a:endParaRPr lang="ja-JP" altLang="en-US" sz="320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19FD7C65-09B7-03F7-9808-B6D5E11B0A9F}"/>
                </a:ext>
              </a:extLst>
            </p:cNvPr>
            <p:cNvSpPr txBox="1"/>
            <p:nvPr/>
          </p:nvSpPr>
          <p:spPr>
            <a:xfrm>
              <a:off x="8147745" y="657973"/>
              <a:ext cx="1316424" cy="5847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競合</a:t>
              </a:r>
              <a:endParaRPr lang="ja-JP" altLang="en-US" sz="3200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0AF6482E-F215-3675-989B-8BC3DF940C3B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2830131" y="4940294"/>
              <a:ext cx="0" cy="3362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90942DFC-2376-6EF0-465A-70019976832F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6669533" y="4940293"/>
              <a:ext cx="0" cy="33624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DBE3840E-DD40-2FA0-6CA1-A04A6D0A4A11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10313233" y="4940293"/>
              <a:ext cx="0" cy="33624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04A42AFC-7720-6BF2-E759-8EBC99C55DD7}"/>
                </a:ext>
              </a:extLst>
            </p:cNvPr>
            <p:cNvSpPr txBox="1"/>
            <p:nvPr/>
          </p:nvSpPr>
          <p:spPr>
            <a:xfrm>
              <a:off x="3563175" y="7202776"/>
              <a:ext cx="64082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A</a:t>
              </a:r>
              <a:r>
                <a:rPr kumimoji="1" lang="ja-JP" altLang="en-US" sz="36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・</a:t>
              </a:r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B</a:t>
              </a:r>
              <a:r>
                <a:rPr kumimoji="1" lang="ja-JP" altLang="en-US" sz="36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・</a:t>
              </a:r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C</a:t>
              </a:r>
              <a:r>
                <a:rPr kumimoji="1" lang="ja-JP" altLang="en-US" sz="36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どこに陣取る？</a:t>
              </a:r>
              <a:endParaRPr lang="ja-JP" altLang="en-US" sz="3600"/>
            </a:p>
          </p:txBody>
        </p:sp>
      </p:grpSp>
    </p:spTree>
    <p:extLst>
      <p:ext uri="{BB962C8B-B14F-4D97-AF65-F5344CB8AC3E}">
        <p14:creationId xmlns:p14="http://schemas.microsoft.com/office/powerpoint/2010/main" val="1702893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4922311C-3DFD-369F-8747-6CD998C506BE}"/>
              </a:ext>
            </a:extLst>
          </p:cNvPr>
          <p:cNvGrpSpPr/>
          <p:nvPr/>
        </p:nvGrpSpPr>
        <p:grpSpPr>
          <a:xfrm>
            <a:off x="434237" y="1921795"/>
            <a:ext cx="12147158" cy="6233459"/>
            <a:chOff x="434237" y="1921795"/>
            <a:chExt cx="12147158" cy="6233459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0134C64E-BFC1-D312-7CA3-FDC422F36642}"/>
                </a:ext>
              </a:extLst>
            </p:cNvPr>
            <p:cNvGrpSpPr/>
            <p:nvPr/>
          </p:nvGrpSpPr>
          <p:grpSpPr>
            <a:xfrm>
              <a:off x="434237" y="1921795"/>
              <a:ext cx="12147158" cy="5423386"/>
              <a:chOff x="434237" y="1921795"/>
              <a:chExt cx="12147158" cy="5423386"/>
            </a:xfrm>
          </p:grpSpPr>
          <p:cxnSp>
            <p:nvCxnSpPr>
              <p:cNvPr id="2" name="直線矢印コネクタ 1">
                <a:extLst>
                  <a:ext uri="{FF2B5EF4-FFF2-40B4-BE49-F238E27FC236}">
                    <a16:creationId xmlns:a16="http://schemas.microsoft.com/office/drawing/2014/main" id="{51800617-EADE-910C-1096-F2FEAFD62A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237" y="7345180"/>
                <a:ext cx="12147158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フリーフォーム 7">
                <a:extLst>
                  <a:ext uri="{FF2B5EF4-FFF2-40B4-BE49-F238E27FC236}">
                    <a16:creationId xmlns:a16="http://schemas.microsoft.com/office/drawing/2014/main" id="{A72F8354-49A4-9807-F87E-7A9461269ABA}"/>
                  </a:ext>
                </a:extLst>
              </p:cNvPr>
              <p:cNvSpPr/>
              <p:nvPr/>
            </p:nvSpPr>
            <p:spPr>
              <a:xfrm>
                <a:off x="681925" y="1921795"/>
                <a:ext cx="11437749" cy="5423386"/>
              </a:xfrm>
              <a:custGeom>
                <a:avLst/>
                <a:gdLst>
                  <a:gd name="csX0" fmla="*/ 0 w 11437749"/>
                  <a:gd name="csY0" fmla="*/ 4293030 h 4340395"/>
                  <a:gd name="csX1" fmla="*/ 2836190 w 11437749"/>
                  <a:gd name="csY1" fmla="*/ 3626603 h 4340395"/>
                  <a:gd name="csX2" fmla="*/ 5718875 w 11437749"/>
                  <a:gd name="csY2" fmla="*/ 0 h 4340395"/>
                  <a:gd name="csX3" fmla="*/ 8632556 w 11437749"/>
                  <a:gd name="csY3" fmla="*/ 3626603 h 4340395"/>
                  <a:gd name="csX4" fmla="*/ 11437749 w 11437749"/>
                  <a:gd name="csY4" fmla="*/ 4339525 h 43403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37749" h="4340395">
                    <a:moveTo>
                      <a:pt x="0" y="4293030"/>
                    </a:moveTo>
                    <a:cubicBezTo>
                      <a:pt x="941522" y="4317569"/>
                      <a:pt x="1883044" y="4342108"/>
                      <a:pt x="2836190" y="3626603"/>
                    </a:cubicBezTo>
                    <a:cubicBezTo>
                      <a:pt x="3789336" y="2911098"/>
                      <a:pt x="4752814" y="0"/>
                      <a:pt x="5718875" y="0"/>
                    </a:cubicBezTo>
                    <a:cubicBezTo>
                      <a:pt x="6684936" y="0"/>
                      <a:pt x="7679410" y="2903349"/>
                      <a:pt x="8632556" y="3626603"/>
                    </a:cubicBezTo>
                    <a:cubicBezTo>
                      <a:pt x="9585702" y="4349857"/>
                      <a:pt x="10511725" y="4344691"/>
                      <a:pt x="11437749" y="4339525"/>
                    </a:cubicBez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AA185AAE-CA97-83FA-0F50-D9C4E1D194AF}"/>
                </a:ext>
              </a:extLst>
            </p:cNvPr>
            <p:cNvCxnSpPr>
              <a:stCxn id="8" idx="2"/>
            </p:cNvCxnSpPr>
            <p:nvPr/>
          </p:nvCxnSpPr>
          <p:spPr>
            <a:xfrm>
              <a:off x="6400800" y="1921795"/>
              <a:ext cx="0" cy="54233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82EC1CE-7F4A-7376-37B1-0C2ABDF60562}"/>
                </a:ext>
              </a:extLst>
            </p:cNvPr>
            <p:cNvSpPr txBox="1"/>
            <p:nvPr/>
          </p:nvSpPr>
          <p:spPr>
            <a:xfrm>
              <a:off x="6059035" y="7508923"/>
              <a:ext cx="683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M</a:t>
              </a:r>
              <a:endParaRPr kumimoji="1" lang="ja-JP" altLang="en-US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2CCB070C-C6F0-FFD9-761D-D46D1888CB5F}"/>
                </a:ext>
              </a:extLst>
            </p:cNvPr>
            <p:cNvCxnSpPr>
              <a:cxnSpLocks/>
            </p:cNvCxnSpPr>
            <p:nvPr/>
          </p:nvCxnSpPr>
          <p:spPr>
            <a:xfrm>
              <a:off x="4445430" y="5005953"/>
              <a:ext cx="0" cy="233922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5E666F30-1982-3205-48D3-4B004F0F9660}"/>
                </a:ext>
              </a:extLst>
            </p:cNvPr>
            <p:cNvSpPr txBox="1"/>
            <p:nvPr/>
          </p:nvSpPr>
          <p:spPr>
            <a:xfrm>
              <a:off x="4103665" y="7508923"/>
              <a:ext cx="683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A</a:t>
              </a:r>
              <a:endParaRPr kumimoji="1" lang="ja-JP" altLang="en-US">
                <a:latin typeface="Hiragino Kaku Gothic StdN W8" panose="020B0800000000000000" pitchFamily="34" charset="-128"/>
                <a:ea typeface="Hiragino Kaku Gothic StdN W8" panose="020B0800000000000000" pitchFamily="34" charset="-128"/>
              </a:endParaRPr>
            </a:p>
          </p:txBody>
        </p: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D053B2A0-86FA-AD31-DC9B-689D65A1317D}"/>
                </a:ext>
              </a:extLst>
            </p:cNvPr>
            <p:cNvCxnSpPr>
              <a:cxnSpLocks/>
            </p:cNvCxnSpPr>
            <p:nvPr/>
          </p:nvCxnSpPr>
          <p:spPr>
            <a:xfrm>
              <a:off x="7672643" y="3456122"/>
              <a:ext cx="0" cy="38890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A9AEE42-BB5E-DBE4-287B-A8C285F3C39A}"/>
                </a:ext>
              </a:extLst>
            </p:cNvPr>
            <p:cNvSpPr txBox="1"/>
            <p:nvPr/>
          </p:nvSpPr>
          <p:spPr>
            <a:xfrm>
              <a:off x="7330878" y="7508923"/>
              <a:ext cx="6835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3600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1687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D85492D-033C-EC21-02A4-0EE566667461}"/>
              </a:ext>
            </a:extLst>
          </p:cNvPr>
          <p:cNvGrpSpPr/>
          <p:nvPr/>
        </p:nvGrpSpPr>
        <p:grpSpPr>
          <a:xfrm>
            <a:off x="4668757" y="869454"/>
            <a:ext cx="3464087" cy="7627598"/>
            <a:chOff x="4668757" y="869454"/>
            <a:chExt cx="3464087" cy="7627598"/>
          </a:xfrm>
        </p:grpSpPr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8FA6DBF5-BDA5-3F98-BDC4-193A39893A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668757" y="4558734"/>
              <a:ext cx="3464086" cy="1625652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C5DC1682-1756-69D5-CDEF-2EAB7FDFD7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8757" y="869454"/>
              <a:ext cx="3464086" cy="3464086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B3259A7-8547-96D8-EB59-A7FB21BF8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8758" y="6409580"/>
              <a:ext cx="3464086" cy="2087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2963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8E344A5-66AA-23F5-BB80-47D17C82CBE9}"/>
              </a:ext>
            </a:extLst>
          </p:cNvPr>
          <p:cNvGrpSpPr/>
          <p:nvPr/>
        </p:nvGrpSpPr>
        <p:grpSpPr>
          <a:xfrm>
            <a:off x="658678" y="1013201"/>
            <a:ext cx="11484244" cy="7574797"/>
            <a:chOff x="658678" y="1013201"/>
            <a:chExt cx="11484244" cy="7574797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CA87287D-EC7F-8015-1E87-67108801A089}"/>
                </a:ext>
              </a:extLst>
            </p:cNvPr>
            <p:cNvSpPr/>
            <p:nvPr/>
          </p:nvSpPr>
          <p:spPr>
            <a:xfrm>
              <a:off x="658678" y="1013201"/>
              <a:ext cx="11484244" cy="757479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19B0345-9895-93B6-E1A1-5C158B3CC400}"/>
                </a:ext>
              </a:extLst>
            </p:cNvPr>
            <p:cNvSpPr txBox="1"/>
            <p:nvPr/>
          </p:nvSpPr>
          <p:spPr>
            <a:xfrm>
              <a:off x="1526581" y="1309404"/>
              <a:ext cx="7849893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4000" u="sng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利益集団</a:t>
              </a:r>
              <a:r>
                <a:rPr kumimoji="1" lang="en-US" altLang="ja-JP" sz="4000" u="sng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 </a:t>
              </a:r>
              <a:r>
                <a:rPr kumimoji="1" lang="en-US" altLang="ja-JP" sz="3200" u="sng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(interest group)</a:t>
              </a:r>
            </a:p>
            <a:p>
              <a:r>
                <a:rPr lang="ja-JP" altLang="ja-JP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共通の利益を持つ人々の集合</a:t>
              </a:r>
              <a:endParaRPr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例：農家</a:t>
              </a: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2CF03473-41A3-B639-A4F7-2729DDCF2BE9}"/>
                </a:ext>
              </a:extLst>
            </p:cNvPr>
            <p:cNvSpPr/>
            <p:nvPr/>
          </p:nvSpPr>
          <p:spPr>
            <a:xfrm>
              <a:off x="831742" y="3265057"/>
              <a:ext cx="11138115" cy="502487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47B5695-766B-B7DC-347E-C15ACED8EB61}"/>
                </a:ext>
              </a:extLst>
            </p:cNvPr>
            <p:cNvSpPr txBox="1"/>
            <p:nvPr/>
          </p:nvSpPr>
          <p:spPr>
            <a:xfrm>
              <a:off x="1526581" y="3404828"/>
              <a:ext cx="8624809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4000" u="sng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利益団体</a:t>
              </a:r>
              <a:r>
                <a:rPr kumimoji="1" lang="en-US" altLang="ja-JP" sz="4000" u="sng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 </a:t>
              </a:r>
              <a:r>
                <a:rPr kumimoji="1" lang="en-US" altLang="ja-JP" sz="3200" u="sng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(organized interest)</a:t>
              </a:r>
            </a:p>
            <a:p>
              <a:r>
                <a:rPr lang="ja-JP" altLang="ja-JP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利益集団のうち、</a:t>
              </a:r>
              <a:r>
                <a:rPr lang="ja-JP" altLang="ja-JP" sz="40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組織化</a:t>
              </a:r>
              <a:r>
                <a:rPr lang="ja-JP" altLang="ja-JP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されたもの</a:t>
              </a:r>
              <a:endParaRPr lang="en-US" altLang="ja-JP" sz="40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例：農協</a:t>
              </a:r>
              <a:endParaRPr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8F5EB0E9-082A-C4F9-83C0-F0DC5FFBFC27}"/>
                </a:ext>
              </a:extLst>
            </p:cNvPr>
            <p:cNvSpPr/>
            <p:nvPr/>
          </p:nvSpPr>
          <p:spPr>
            <a:xfrm>
              <a:off x="1048717" y="5360481"/>
              <a:ext cx="10704164" cy="2676827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CA55CD2-17BB-7C97-9556-C7A5AEF635AA}"/>
                </a:ext>
              </a:extLst>
            </p:cNvPr>
            <p:cNvSpPr txBox="1"/>
            <p:nvPr/>
          </p:nvSpPr>
          <p:spPr>
            <a:xfrm>
              <a:off x="1526581" y="5483176"/>
              <a:ext cx="9849175" cy="24314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4000" u="sng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圧力団体</a:t>
              </a:r>
              <a:r>
                <a:rPr kumimoji="1" lang="en-US" altLang="ja-JP" sz="4000" u="sng" dirty="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 </a:t>
              </a:r>
              <a:r>
                <a:rPr kumimoji="1" lang="en-US" altLang="ja-JP" sz="3200" u="sng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(pressure group)</a:t>
              </a:r>
            </a:p>
            <a:p>
              <a:r>
                <a:rPr lang="ja-JP" altLang="en-US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利益団体のうち、実際に影響力を行使しているもの</a:t>
              </a:r>
              <a:br>
                <a:rPr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</a:br>
              <a:r>
                <a:rPr lang="en-US" altLang="ja-JP" sz="3200" dirty="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※</a:t>
              </a:r>
              <a:r>
                <a:rPr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ネガティブなニュアンス</a:t>
              </a:r>
              <a:endParaRPr lang="ja-JP" altLang="en-US" sz="40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30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D8A4A37-8B26-7801-2D44-63E9D52D1832}"/>
              </a:ext>
            </a:extLst>
          </p:cNvPr>
          <p:cNvGrpSpPr/>
          <p:nvPr/>
        </p:nvGrpSpPr>
        <p:grpSpPr>
          <a:xfrm>
            <a:off x="1223182" y="1845590"/>
            <a:ext cx="11025562" cy="4985287"/>
            <a:chOff x="1223182" y="1845590"/>
            <a:chExt cx="11025562" cy="498528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BC5AD7DC-02F5-6716-C639-7BF2A28FA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194" y="3719592"/>
              <a:ext cx="3111285" cy="3111285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124BCFA-133B-FDEA-05CB-F3E1D87E5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7092" y="4677906"/>
              <a:ext cx="6711652" cy="1471047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69656FA9-E0C6-355F-DBE9-E6F769987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3182" y="1845590"/>
              <a:ext cx="5105764" cy="1587284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DA2CA574-BA45-DBA4-62FD-826C5DD5C2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52653" y="1845590"/>
              <a:ext cx="4429627" cy="15872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0683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0D22EA7-51CA-5C92-92CD-1F24458BDEF3}"/>
              </a:ext>
            </a:extLst>
          </p:cNvPr>
          <p:cNvGrpSpPr/>
          <p:nvPr/>
        </p:nvGrpSpPr>
        <p:grpSpPr>
          <a:xfrm>
            <a:off x="746782" y="960895"/>
            <a:ext cx="11358208" cy="6960139"/>
            <a:chOff x="746782" y="960895"/>
            <a:chExt cx="11358208" cy="6960139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5444705F-2363-561C-64FC-2623AAD874DE}"/>
                </a:ext>
              </a:extLst>
            </p:cNvPr>
            <p:cNvSpPr/>
            <p:nvPr/>
          </p:nvSpPr>
          <p:spPr>
            <a:xfrm>
              <a:off x="4613547" y="960895"/>
              <a:ext cx="3574506" cy="235767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A6E9DF6D-031A-1971-F3D5-77096528DA75}"/>
                </a:ext>
              </a:extLst>
            </p:cNvPr>
            <p:cNvSpPr txBox="1"/>
            <p:nvPr/>
          </p:nvSpPr>
          <p:spPr>
            <a:xfrm>
              <a:off x="5181008" y="1755013"/>
              <a:ext cx="2439583" cy="7694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4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利益団体</a:t>
              </a: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7FA0E5B8-2E62-B7EC-423E-E5231D1C7435}"/>
                </a:ext>
              </a:extLst>
            </p:cNvPr>
            <p:cNvSpPr/>
            <p:nvPr/>
          </p:nvSpPr>
          <p:spPr>
            <a:xfrm>
              <a:off x="1039041" y="5406326"/>
              <a:ext cx="3574506" cy="235767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D59E102-84B0-A110-F7BC-22468A9198B8}"/>
                </a:ext>
              </a:extLst>
            </p:cNvPr>
            <p:cNvSpPr txBox="1"/>
            <p:nvPr/>
          </p:nvSpPr>
          <p:spPr>
            <a:xfrm>
              <a:off x="1606502" y="6200444"/>
              <a:ext cx="2439583" cy="7694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4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政治家</a:t>
              </a: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E446D13B-6BDA-A05B-FEAB-9B905FE90026}"/>
                </a:ext>
              </a:extLst>
            </p:cNvPr>
            <p:cNvSpPr/>
            <p:nvPr/>
          </p:nvSpPr>
          <p:spPr>
            <a:xfrm>
              <a:off x="8188053" y="5406326"/>
              <a:ext cx="3574506" cy="235767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FB546EF-7C9E-D6B2-137C-4FBE3905C785}"/>
                </a:ext>
              </a:extLst>
            </p:cNvPr>
            <p:cNvSpPr txBox="1"/>
            <p:nvPr/>
          </p:nvSpPr>
          <p:spPr>
            <a:xfrm>
              <a:off x="8755514" y="6200444"/>
              <a:ext cx="2439583" cy="7694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44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官僚</a:t>
              </a:r>
            </a:p>
          </p:txBody>
        </p:sp>
        <p:sp>
          <p:nvSpPr>
            <p:cNvPr id="11" name="下矢印 10">
              <a:extLst>
                <a:ext uri="{FF2B5EF4-FFF2-40B4-BE49-F238E27FC236}">
                  <a16:creationId xmlns:a16="http://schemas.microsoft.com/office/drawing/2014/main" id="{1CCE5B5A-1AD2-EFF1-13E5-254A8536B666}"/>
                </a:ext>
              </a:extLst>
            </p:cNvPr>
            <p:cNvSpPr/>
            <p:nvPr/>
          </p:nvSpPr>
          <p:spPr>
            <a:xfrm rot="16200000">
              <a:off x="6230318" y="4580870"/>
              <a:ext cx="340964" cy="2898183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下矢印 11">
              <a:extLst>
                <a:ext uri="{FF2B5EF4-FFF2-40B4-BE49-F238E27FC236}">
                  <a16:creationId xmlns:a16="http://schemas.microsoft.com/office/drawing/2014/main" id="{55CA0CD9-1DC7-3559-EFB7-C8F49DE89332}"/>
                </a:ext>
              </a:extLst>
            </p:cNvPr>
            <p:cNvSpPr/>
            <p:nvPr/>
          </p:nvSpPr>
          <p:spPr>
            <a:xfrm rot="5400000">
              <a:off x="6230316" y="5691276"/>
              <a:ext cx="340964" cy="2898183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E99B7208-9C26-596C-840F-DE7F6601286F}"/>
                </a:ext>
              </a:extLst>
            </p:cNvPr>
            <p:cNvGrpSpPr/>
            <p:nvPr/>
          </p:nvGrpSpPr>
          <p:grpSpPr>
            <a:xfrm rot="18946011">
              <a:off x="1789026" y="3149823"/>
              <a:ext cx="2898185" cy="1451370"/>
              <a:chOff x="1715361" y="2648985"/>
              <a:chExt cx="2898185" cy="1451370"/>
            </a:xfrm>
          </p:grpSpPr>
          <p:sp>
            <p:nvSpPr>
              <p:cNvPr id="13" name="下矢印 12">
                <a:extLst>
                  <a:ext uri="{FF2B5EF4-FFF2-40B4-BE49-F238E27FC236}">
                    <a16:creationId xmlns:a16="http://schemas.microsoft.com/office/drawing/2014/main" id="{EA18E6E5-13B3-BE80-A13F-ADA4F1FDDC02}"/>
                  </a:ext>
                </a:extLst>
              </p:cNvPr>
              <p:cNvSpPr/>
              <p:nvPr/>
            </p:nvSpPr>
            <p:spPr>
              <a:xfrm rot="16200000">
                <a:off x="2993973" y="1370375"/>
                <a:ext cx="340964" cy="2898183"/>
              </a:xfrm>
              <a:prstGeom prst="down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下矢印 13">
                <a:extLst>
                  <a:ext uri="{FF2B5EF4-FFF2-40B4-BE49-F238E27FC236}">
                    <a16:creationId xmlns:a16="http://schemas.microsoft.com/office/drawing/2014/main" id="{330F52D8-5313-25BD-FB15-5251A8E29851}"/>
                  </a:ext>
                </a:extLst>
              </p:cNvPr>
              <p:cNvSpPr/>
              <p:nvPr/>
            </p:nvSpPr>
            <p:spPr>
              <a:xfrm rot="5400000">
                <a:off x="2993971" y="2480781"/>
                <a:ext cx="340964" cy="2898183"/>
              </a:xfrm>
              <a:prstGeom prst="down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7D5E2D45-F751-8ECD-D05D-F2FC3F014C8C}"/>
                </a:ext>
              </a:extLst>
            </p:cNvPr>
            <p:cNvGrpSpPr/>
            <p:nvPr/>
          </p:nvGrpSpPr>
          <p:grpSpPr>
            <a:xfrm rot="2748835">
              <a:off x="8128519" y="3135727"/>
              <a:ext cx="2898185" cy="1451370"/>
              <a:chOff x="1715361" y="2648985"/>
              <a:chExt cx="2898185" cy="1451370"/>
            </a:xfrm>
          </p:grpSpPr>
          <p:sp>
            <p:nvSpPr>
              <p:cNvPr id="17" name="下矢印 16">
                <a:extLst>
                  <a:ext uri="{FF2B5EF4-FFF2-40B4-BE49-F238E27FC236}">
                    <a16:creationId xmlns:a16="http://schemas.microsoft.com/office/drawing/2014/main" id="{BEFCFB73-255E-966C-88CD-0C407AA17A91}"/>
                  </a:ext>
                </a:extLst>
              </p:cNvPr>
              <p:cNvSpPr/>
              <p:nvPr/>
            </p:nvSpPr>
            <p:spPr>
              <a:xfrm rot="16200000">
                <a:off x="2993973" y="1370375"/>
                <a:ext cx="340964" cy="2898183"/>
              </a:xfrm>
              <a:prstGeom prst="down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下矢印 17">
                <a:extLst>
                  <a:ext uri="{FF2B5EF4-FFF2-40B4-BE49-F238E27FC236}">
                    <a16:creationId xmlns:a16="http://schemas.microsoft.com/office/drawing/2014/main" id="{C867BBAA-D320-7BE8-CE54-2E28DA1FF54F}"/>
                  </a:ext>
                </a:extLst>
              </p:cNvPr>
              <p:cNvSpPr/>
              <p:nvPr/>
            </p:nvSpPr>
            <p:spPr>
              <a:xfrm rot="5400000">
                <a:off x="2993971" y="2480781"/>
                <a:ext cx="340964" cy="2898183"/>
              </a:xfrm>
              <a:prstGeom prst="down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14029790-E533-3F8E-89E7-8548F16BC61C}"/>
                </a:ext>
              </a:extLst>
            </p:cNvPr>
            <p:cNvSpPr txBox="1"/>
            <p:nvPr/>
          </p:nvSpPr>
          <p:spPr>
            <a:xfrm>
              <a:off x="746782" y="2890633"/>
              <a:ext cx="243958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票・カネ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9380E9C-19C4-BC66-57FE-2067E6F0FC95}"/>
                </a:ext>
              </a:extLst>
            </p:cNvPr>
            <p:cNvSpPr txBox="1"/>
            <p:nvPr/>
          </p:nvSpPr>
          <p:spPr>
            <a:xfrm>
              <a:off x="3625416" y="4215825"/>
              <a:ext cx="243958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有利な政策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080E85C4-3030-DCF6-3F08-ECAAE2EBDB97}"/>
                </a:ext>
              </a:extLst>
            </p:cNvPr>
            <p:cNvSpPr txBox="1"/>
            <p:nvPr/>
          </p:nvSpPr>
          <p:spPr>
            <a:xfrm>
              <a:off x="6861250" y="4214929"/>
              <a:ext cx="2439583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有利な政策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F4BBBE1B-0E12-E3C5-A459-EFA5642BC3E1}"/>
                </a:ext>
              </a:extLst>
            </p:cNvPr>
            <p:cNvSpPr txBox="1"/>
            <p:nvPr/>
          </p:nvSpPr>
          <p:spPr>
            <a:xfrm>
              <a:off x="9665407" y="2379392"/>
              <a:ext cx="2439583" cy="10772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天下り先・</a:t>
              </a:r>
              <a:endParaRPr kumimoji="1" lang="en-US" altLang="ja-JP" sz="32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政策支援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4D43D604-E3CB-1680-8903-7B7D4E56D270}"/>
                </a:ext>
              </a:extLst>
            </p:cNvPr>
            <p:cNvSpPr txBox="1"/>
            <p:nvPr/>
          </p:nvSpPr>
          <p:spPr>
            <a:xfrm>
              <a:off x="4708306" y="7336259"/>
              <a:ext cx="314158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専門知識・情報</a:t>
              </a: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8A9BD05C-8695-B7EF-B3DE-072F73488E87}"/>
                </a:ext>
              </a:extLst>
            </p:cNvPr>
            <p:cNvSpPr txBox="1"/>
            <p:nvPr/>
          </p:nvSpPr>
          <p:spPr>
            <a:xfrm>
              <a:off x="4819803" y="5276757"/>
              <a:ext cx="3161994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出世のチャンス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9324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D886DFFB-752D-DC17-E3AA-2176F4D591FE}"/>
              </a:ext>
            </a:extLst>
          </p:cNvPr>
          <p:cNvGrpSpPr/>
          <p:nvPr/>
        </p:nvGrpSpPr>
        <p:grpSpPr>
          <a:xfrm>
            <a:off x="790413" y="382291"/>
            <a:ext cx="11220774" cy="8073574"/>
            <a:chOff x="790413" y="382291"/>
            <a:chExt cx="11220774" cy="8073574"/>
          </a:xfrm>
        </p:grpSpPr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C3E923A2-EE39-7369-77B7-883247458A0C}"/>
                </a:ext>
              </a:extLst>
            </p:cNvPr>
            <p:cNvSpPr/>
            <p:nvPr/>
          </p:nvSpPr>
          <p:spPr>
            <a:xfrm>
              <a:off x="5262001" y="382291"/>
              <a:ext cx="2277597" cy="83690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400">
                  <a:solidFill>
                    <a:schemeClr val="tx1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政府</a:t>
              </a:r>
              <a:endParaRPr kumimoji="1" lang="ja-JP" altLang="en-US" sz="3000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006AF209-8C92-4D26-0A78-686B7ED4A35A}"/>
                </a:ext>
              </a:extLst>
            </p:cNvPr>
            <p:cNvGrpSpPr/>
            <p:nvPr/>
          </p:nvGrpSpPr>
          <p:grpSpPr>
            <a:xfrm>
              <a:off x="790413" y="2522350"/>
              <a:ext cx="2774196" cy="3006385"/>
              <a:chOff x="790413" y="2522350"/>
              <a:chExt cx="2774196" cy="3006385"/>
            </a:xfrm>
          </p:grpSpPr>
          <p:sp>
            <p:nvSpPr>
              <p:cNvPr id="14" name="三角形 13">
                <a:extLst>
                  <a:ext uri="{FF2B5EF4-FFF2-40B4-BE49-F238E27FC236}">
                    <a16:creationId xmlns:a16="http://schemas.microsoft.com/office/drawing/2014/main" id="{4581BE06-BA1B-D0DA-B4D2-DA1FA0078F60}"/>
                  </a:ext>
                </a:extLst>
              </p:cNvPr>
              <p:cNvSpPr/>
              <p:nvPr/>
            </p:nvSpPr>
            <p:spPr>
              <a:xfrm>
                <a:off x="790413" y="2522350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" name="円/楕円 14">
                <a:extLst>
                  <a:ext uri="{FF2B5EF4-FFF2-40B4-BE49-F238E27FC236}">
                    <a16:creationId xmlns:a16="http://schemas.microsoft.com/office/drawing/2014/main" id="{25FA0376-5357-1925-E846-0C8DF11FE858}"/>
                  </a:ext>
                </a:extLst>
              </p:cNvPr>
              <p:cNvSpPr/>
              <p:nvPr/>
            </p:nvSpPr>
            <p:spPr>
              <a:xfrm>
                <a:off x="136302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17" name="円/楕円 16">
                <a:extLst>
                  <a:ext uri="{FF2B5EF4-FFF2-40B4-BE49-F238E27FC236}">
                    <a16:creationId xmlns:a16="http://schemas.microsoft.com/office/drawing/2014/main" id="{9A420F46-B2C1-CDB5-8618-C3F0A7373B66}"/>
                  </a:ext>
                </a:extLst>
              </p:cNvPr>
              <p:cNvSpPr/>
              <p:nvPr/>
            </p:nvSpPr>
            <p:spPr>
              <a:xfrm>
                <a:off x="246381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18" name="円/楕円 17">
                <a:extLst>
                  <a:ext uri="{FF2B5EF4-FFF2-40B4-BE49-F238E27FC236}">
                    <a16:creationId xmlns:a16="http://schemas.microsoft.com/office/drawing/2014/main" id="{C7F637D0-C1B3-B230-40F4-28E0FC9D99DF}"/>
                  </a:ext>
                </a:extLst>
              </p:cNvPr>
              <p:cNvSpPr/>
              <p:nvPr/>
            </p:nvSpPr>
            <p:spPr>
              <a:xfrm>
                <a:off x="1890792" y="303370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38CD63C-67C4-8F23-7EAF-26AB30879826}"/>
                  </a:ext>
                </a:extLst>
              </p:cNvPr>
              <p:cNvSpPr txBox="1"/>
              <p:nvPr/>
            </p:nvSpPr>
            <p:spPr>
              <a:xfrm>
                <a:off x="1136812" y="4943960"/>
                <a:ext cx="20813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32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労働組合</a:t>
                </a:r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96EE3A86-64E8-F48A-18AC-3461D8357316}"/>
                </a:ext>
              </a:extLst>
            </p:cNvPr>
            <p:cNvGrpSpPr/>
            <p:nvPr/>
          </p:nvGrpSpPr>
          <p:grpSpPr>
            <a:xfrm>
              <a:off x="2245436" y="5449480"/>
              <a:ext cx="2774196" cy="3006385"/>
              <a:chOff x="790413" y="2522350"/>
              <a:chExt cx="2774196" cy="3006385"/>
            </a:xfrm>
          </p:grpSpPr>
          <p:sp>
            <p:nvSpPr>
              <p:cNvPr id="22" name="三角形 21">
                <a:extLst>
                  <a:ext uri="{FF2B5EF4-FFF2-40B4-BE49-F238E27FC236}">
                    <a16:creationId xmlns:a16="http://schemas.microsoft.com/office/drawing/2014/main" id="{92273071-5427-591A-5469-74DAF2B71FFE}"/>
                  </a:ext>
                </a:extLst>
              </p:cNvPr>
              <p:cNvSpPr/>
              <p:nvPr/>
            </p:nvSpPr>
            <p:spPr>
              <a:xfrm>
                <a:off x="790413" y="2522350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円/楕円 22">
                <a:extLst>
                  <a:ext uri="{FF2B5EF4-FFF2-40B4-BE49-F238E27FC236}">
                    <a16:creationId xmlns:a16="http://schemas.microsoft.com/office/drawing/2014/main" id="{D9B168C9-3980-83D9-4173-3E7CACF154F3}"/>
                  </a:ext>
                </a:extLst>
              </p:cNvPr>
              <p:cNvSpPr/>
              <p:nvPr/>
            </p:nvSpPr>
            <p:spPr>
              <a:xfrm>
                <a:off x="136302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24" name="円/楕円 23">
                <a:extLst>
                  <a:ext uri="{FF2B5EF4-FFF2-40B4-BE49-F238E27FC236}">
                    <a16:creationId xmlns:a16="http://schemas.microsoft.com/office/drawing/2014/main" id="{0F7B4B6D-E771-FAE3-9C01-7CE84D649394}"/>
                  </a:ext>
                </a:extLst>
              </p:cNvPr>
              <p:cNvSpPr/>
              <p:nvPr/>
            </p:nvSpPr>
            <p:spPr>
              <a:xfrm>
                <a:off x="246381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25" name="円/楕円 24">
                <a:extLst>
                  <a:ext uri="{FF2B5EF4-FFF2-40B4-BE49-F238E27FC236}">
                    <a16:creationId xmlns:a16="http://schemas.microsoft.com/office/drawing/2014/main" id="{08086261-372F-4EEE-2452-8531904E25E0}"/>
                  </a:ext>
                </a:extLst>
              </p:cNvPr>
              <p:cNvSpPr/>
              <p:nvPr/>
            </p:nvSpPr>
            <p:spPr>
              <a:xfrm>
                <a:off x="1890792" y="303370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BAD4A64B-992A-BB04-FC14-B6E83E955088}"/>
                  </a:ext>
                </a:extLst>
              </p:cNvPr>
              <p:cNvSpPr txBox="1"/>
              <p:nvPr/>
            </p:nvSpPr>
            <p:spPr>
              <a:xfrm>
                <a:off x="1136812" y="4943960"/>
                <a:ext cx="208139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32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労働組合</a:t>
                </a: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C96888A0-07EE-9A21-BECD-71D2E7F8B392}"/>
                </a:ext>
              </a:extLst>
            </p:cNvPr>
            <p:cNvGrpSpPr/>
            <p:nvPr/>
          </p:nvGrpSpPr>
          <p:grpSpPr>
            <a:xfrm>
              <a:off x="7781968" y="5437816"/>
              <a:ext cx="2774196" cy="3018049"/>
              <a:chOff x="790413" y="2522350"/>
              <a:chExt cx="2774196" cy="3018049"/>
            </a:xfrm>
          </p:grpSpPr>
          <p:sp>
            <p:nvSpPr>
              <p:cNvPr id="28" name="三角形 27">
                <a:extLst>
                  <a:ext uri="{FF2B5EF4-FFF2-40B4-BE49-F238E27FC236}">
                    <a16:creationId xmlns:a16="http://schemas.microsoft.com/office/drawing/2014/main" id="{8C1BE2F5-D621-F855-98D7-430D2FA7742A}"/>
                  </a:ext>
                </a:extLst>
              </p:cNvPr>
              <p:cNvSpPr/>
              <p:nvPr/>
            </p:nvSpPr>
            <p:spPr>
              <a:xfrm>
                <a:off x="790413" y="2522350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円/楕円 28">
                <a:extLst>
                  <a:ext uri="{FF2B5EF4-FFF2-40B4-BE49-F238E27FC236}">
                    <a16:creationId xmlns:a16="http://schemas.microsoft.com/office/drawing/2014/main" id="{6B8D3128-4FF5-7749-3382-A669E04FC76F}"/>
                  </a:ext>
                </a:extLst>
              </p:cNvPr>
              <p:cNvSpPr/>
              <p:nvPr/>
            </p:nvSpPr>
            <p:spPr>
              <a:xfrm>
                <a:off x="136302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30" name="円/楕円 29">
                <a:extLst>
                  <a:ext uri="{FF2B5EF4-FFF2-40B4-BE49-F238E27FC236}">
                    <a16:creationId xmlns:a16="http://schemas.microsoft.com/office/drawing/2014/main" id="{B50D5708-E2FB-153B-7466-E57ED57CE1AF}"/>
                  </a:ext>
                </a:extLst>
              </p:cNvPr>
              <p:cNvSpPr/>
              <p:nvPr/>
            </p:nvSpPr>
            <p:spPr>
              <a:xfrm>
                <a:off x="246381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31" name="円/楕円 30">
                <a:extLst>
                  <a:ext uri="{FF2B5EF4-FFF2-40B4-BE49-F238E27FC236}">
                    <a16:creationId xmlns:a16="http://schemas.microsoft.com/office/drawing/2014/main" id="{8782C489-C147-04B9-40D3-16838A1F5315}"/>
                  </a:ext>
                </a:extLst>
              </p:cNvPr>
              <p:cNvSpPr/>
              <p:nvPr/>
            </p:nvSpPr>
            <p:spPr>
              <a:xfrm>
                <a:off x="1890792" y="303370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9ECEC042-3289-4801-33D9-2DB0B1D712BD}"/>
                  </a:ext>
                </a:extLst>
              </p:cNvPr>
              <p:cNvSpPr txBox="1"/>
              <p:nvPr/>
            </p:nvSpPr>
            <p:spPr>
              <a:xfrm>
                <a:off x="1033326" y="4955624"/>
                <a:ext cx="228836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32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使用者団体</a:t>
                </a:r>
              </a:p>
            </p:txBody>
          </p:sp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19EA6FE8-818B-EEE6-6CF6-47B5643EB5A0}"/>
                </a:ext>
              </a:extLst>
            </p:cNvPr>
            <p:cNvGrpSpPr/>
            <p:nvPr/>
          </p:nvGrpSpPr>
          <p:grpSpPr>
            <a:xfrm>
              <a:off x="9236991" y="2522350"/>
              <a:ext cx="2774196" cy="3018049"/>
              <a:chOff x="790413" y="2522350"/>
              <a:chExt cx="2774196" cy="3018049"/>
            </a:xfrm>
          </p:grpSpPr>
          <p:sp>
            <p:nvSpPr>
              <p:cNvPr id="34" name="三角形 33">
                <a:extLst>
                  <a:ext uri="{FF2B5EF4-FFF2-40B4-BE49-F238E27FC236}">
                    <a16:creationId xmlns:a16="http://schemas.microsoft.com/office/drawing/2014/main" id="{2D1F9528-C60D-F62C-0946-18844D00D6DE}"/>
                  </a:ext>
                </a:extLst>
              </p:cNvPr>
              <p:cNvSpPr/>
              <p:nvPr/>
            </p:nvSpPr>
            <p:spPr>
              <a:xfrm>
                <a:off x="790413" y="2522350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>
                <a:extLst>
                  <a:ext uri="{FF2B5EF4-FFF2-40B4-BE49-F238E27FC236}">
                    <a16:creationId xmlns:a16="http://schemas.microsoft.com/office/drawing/2014/main" id="{70A284DC-12BB-9746-72F0-1DBB72C7B97E}"/>
                  </a:ext>
                </a:extLst>
              </p:cNvPr>
              <p:cNvSpPr/>
              <p:nvPr/>
            </p:nvSpPr>
            <p:spPr>
              <a:xfrm>
                <a:off x="136302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36" name="円/楕円 35">
                <a:extLst>
                  <a:ext uri="{FF2B5EF4-FFF2-40B4-BE49-F238E27FC236}">
                    <a16:creationId xmlns:a16="http://schemas.microsoft.com/office/drawing/2014/main" id="{157A1591-F809-DDDA-9730-4A2CF0D76DED}"/>
                  </a:ext>
                </a:extLst>
              </p:cNvPr>
              <p:cNvSpPr/>
              <p:nvPr/>
            </p:nvSpPr>
            <p:spPr>
              <a:xfrm>
                <a:off x="2463818" y="411849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37" name="円/楕円 36">
                <a:extLst>
                  <a:ext uri="{FF2B5EF4-FFF2-40B4-BE49-F238E27FC236}">
                    <a16:creationId xmlns:a16="http://schemas.microsoft.com/office/drawing/2014/main" id="{6D6C271C-F0AD-CAB6-4932-AAC0C9E265E8}"/>
                  </a:ext>
                </a:extLst>
              </p:cNvPr>
              <p:cNvSpPr/>
              <p:nvPr/>
            </p:nvSpPr>
            <p:spPr>
              <a:xfrm>
                <a:off x="1890792" y="3033702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6B307519-1446-C959-28AD-BCDE98AEFA12}"/>
                  </a:ext>
                </a:extLst>
              </p:cNvPr>
              <p:cNvSpPr txBox="1"/>
              <p:nvPr/>
            </p:nvSpPr>
            <p:spPr>
              <a:xfrm>
                <a:off x="1033326" y="4955624"/>
                <a:ext cx="228836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32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使用者団体</a:t>
                </a:r>
              </a:p>
            </p:txBody>
          </p:sp>
        </p:grp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F4510149-27CF-0560-C8E7-D42022986622}"/>
                </a:ext>
              </a:extLst>
            </p:cNvPr>
            <p:cNvCxnSpPr>
              <a:cxnSpLocks/>
              <a:stCxn id="14" idx="0"/>
              <a:endCxn id="10" idx="2"/>
            </p:cNvCxnSpPr>
            <p:nvPr/>
          </p:nvCxnSpPr>
          <p:spPr>
            <a:xfrm flipV="1">
              <a:off x="2177511" y="1219200"/>
              <a:ext cx="4223289" cy="1303150"/>
            </a:xfrm>
            <a:prstGeom prst="straightConnector1">
              <a:avLst/>
            </a:prstGeom>
            <a:ln w="63500" cap="sq">
              <a:solidFill>
                <a:srgbClr val="FF0000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DD4DD2B8-9560-2B50-BE29-95D927A6282C}"/>
                </a:ext>
              </a:extLst>
            </p:cNvPr>
            <p:cNvCxnSpPr>
              <a:cxnSpLocks/>
              <a:stCxn id="22" idx="0"/>
              <a:endCxn id="10" idx="2"/>
            </p:cNvCxnSpPr>
            <p:nvPr/>
          </p:nvCxnSpPr>
          <p:spPr>
            <a:xfrm flipV="1">
              <a:off x="3632534" y="1219200"/>
              <a:ext cx="2768266" cy="4230280"/>
            </a:xfrm>
            <a:prstGeom prst="straightConnector1">
              <a:avLst/>
            </a:prstGeom>
            <a:ln w="63500" cap="sq">
              <a:solidFill>
                <a:srgbClr val="FF0000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EF9AC690-144C-0106-CC1C-1B8E7CCCBBD3}"/>
                </a:ext>
              </a:extLst>
            </p:cNvPr>
            <p:cNvCxnSpPr>
              <a:cxnSpLocks/>
              <a:stCxn id="28" idx="0"/>
              <a:endCxn id="10" idx="2"/>
            </p:cNvCxnSpPr>
            <p:nvPr/>
          </p:nvCxnSpPr>
          <p:spPr>
            <a:xfrm flipH="1" flipV="1">
              <a:off x="6400800" y="1219200"/>
              <a:ext cx="2768266" cy="4218616"/>
            </a:xfrm>
            <a:prstGeom prst="straightConnector1">
              <a:avLst/>
            </a:prstGeom>
            <a:ln w="63500" cap="sq">
              <a:solidFill>
                <a:srgbClr val="FF0000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3B251AB8-B8DD-C99A-2FF2-13C08E2ACDA9}"/>
                </a:ext>
              </a:extLst>
            </p:cNvPr>
            <p:cNvCxnSpPr>
              <a:cxnSpLocks/>
              <a:stCxn id="34" idx="0"/>
              <a:endCxn id="10" idx="2"/>
            </p:cNvCxnSpPr>
            <p:nvPr/>
          </p:nvCxnSpPr>
          <p:spPr>
            <a:xfrm flipH="1" flipV="1">
              <a:off x="6400800" y="1219200"/>
              <a:ext cx="4223289" cy="1303150"/>
            </a:xfrm>
            <a:prstGeom prst="straightConnector1">
              <a:avLst/>
            </a:prstGeom>
            <a:ln w="63500" cap="sq">
              <a:solidFill>
                <a:srgbClr val="FF0000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CDDD4E37-8783-C4D1-E2F2-9EBF0B54FD16}"/>
                </a:ext>
              </a:extLst>
            </p:cNvPr>
            <p:cNvCxnSpPr>
              <a:cxnSpLocks/>
              <a:stCxn id="28" idx="1"/>
              <a:endCxn id="22" idx="5"/>
            </p:cNvCxnSpPr>
            <p:nvPr/>
          </p:nvCxnSpPr>
          <p:spPr>
            <a:xfrm flipH="1">
              <a:off x="4326083" y="6648621"/>
              <a:ext cx="4149434" cy="11664"/>
            </a:xfrm>
            <a:prstGeom prst="straightConnector1">
              <a:avLst/>
            </a:prstGeom>
            <a:ln w="63500" cap="sq" cmpd="dbl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矢印コネクタ 65">
              <a:extLst>
                <a:ext uri="{FF2B5EF4-FFF2-40B4-BE49-F238E27FC236}">
                  <a16:creationId xmlns:a16="http://schemas.microsoft.com/office/drawing/2014/main" id="{39A300DE-16E7-A5A9-B18E-39140C6F548C}"/>
                </a:ext>
              </a:extLst>
            </p:cNvPr>
            <p:cNvCxnSpPr>
              <a:cxnSpLocks/>
              <a:stCxn id="34" idx="1"/>
              <a:endCxn id="14" idx="5"/>
            </p:cNvCxnSpPr>
            <p:nvPr/>
          </p:nvCxnSpPr>
          <p:spPr>
            <a:xfrm flipH="1">
              <a:off x="2871060" y="3733155"/>
              <a:ext cx="7059480" cy="0"/>
            </a:xfrm>
            <a:prstGeom prst="straightConnector1">
              <a:avLst/>
            </a:prstGeom>
            <a:ln w="63500" cap="sq" cmpd="dbl">
              <a:solidFill>
                <a:schemeClr val="tx1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DA212AA4-0F75-CCDE-21C4-80852F5C45D1}"/>
                </a:ext>
              </a:extLst>
            </p:cNvPr>
            <p:cNvSpPr txBox="1"/>
            <p:nvPr/>
          </p:nvSpPr>
          <p:spPr>
            <a:xfrm>
              <a:off x="8247696" y="1409110"/>
              <a:ext cx="14157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solidFill>
                    <a:srgbClr val="FF0000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働きかけ</a:t>
              </a:r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EE775F73-48AF-D561-0BDC-0FFB2F28BC69}"/>
                </a:ext>
              </a:extLst>
            </p:cNvPr>
            <p:cNvSpPr txBox="1"/>
            <p:nvPr/>
          </p:nvSpPr>
          <p:spPr>
            <a:xfrm>
              <a:off x="5692913" y="3871061"/>
              <a:ext cx="14157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労使交渉</a:t>
              </a:r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D00B7ABE-612F-FF98-00AB-BBCD6EB6C86E}"/>
                </a:ext>
              </a:extLst>
            </p:cNvPr>
            <p:cNvSpPr txBox="1"/>
            <p:nvPr/>
          </p:nvSpPr>
          <p:spPr>
            <a:xfrm>
              <a:off x="5692913" y="6798190"/>
              <a:ext cx="14157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労使交渉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1260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EEFF685C-DBCB-4E87-CD92-21D93E29F6AC}"/>
              </a:ext>
            </a:extLst>
          </p:cNvPr>
          <p:cNvGrpSpPr/>
          <p:nvPr/>
        </p:nvGrpSpPr>
        <p:grpSpPr>
          <a:xfrm>
            <a:off x="230657" y="508900"/>
            <a:ext cx="12340286" cy="7973190"/>
            <a:chOff x="229980" y="241614"/>
            <a:chExt cx="12340286" cy="7973190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02F5795D-0BF8-3A32-511E-F653846F61DD}"/>
                </a:ext>
              </a:extLst>
            </p:cNvPr>
            <p:cNvSpPr/>
            <p:nvPr/>
          </p:nvSpPr>
          <p:spPr>
            <a:xfrm>
              <a:off x="5262001" y="241614"/>
              <a:ext cx="2277597" cy="83690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400">
                  <a:solidFill>
                    <a:schemeClr val="tx1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政府</a:t>
              </a:r>
              <a:endParaRPr kumimoji="1" lang="ja-JP" altLang="en-US" sz="3000"/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64A915C2-413A-0C14-BD6A-AC5D03220E02}"/>
                </a:ext>
              </a:extLst>
            </p:cNvPr>
            <p:cNvGrpSpPr/>
            <p:nvPr/>
          </p:nvGrpSpPr>
          <p:grpSpPr>
            <a:xfrm>
              <a:off x="229980" y="6125122"/>
              <a:ext cx="1840245" cy="2089682"/>
              <a:chOff x="579398" y="5504701"/>
              <a:chExt cx="2774196" cy="2995075"/>
            </a:xfrm>
          </p:grpSpPr>
          <p:sp>
            <p:nvSpPr>
              <p:cNvPr id="4" name="三角形 3">
                <a:extLst>
                  <a:ext uri="{FF2B5EF4-FFF2-40B4-BE49-F238E27FC236}">
                    <a16:creationId xmlns:a16="http://schemas.microsoft.com/office/drawing/2014/main" id="{3E4D3F3A-5683-24F3-14E2-63A0B116513B}"/>
                  </a:ext>
                </a:extLst>
              </p:cNvPr>
              <p:cNvSpPr/>
              <p:nvPr/>
            </p:nvSpPr>
            <p:spPr>
              <a:xfrm>
                <a:off x="579398" y="5504701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" name="円/楕円 4">
                <a:extLst>
                  <a:ext uri="{FF2B5EF4-FFF2-40B4-BE49-F238E27FC236}">
                    <a16:creationId xmlns:a16="http://schemas.microsoft.com/office/drawing/2014/main" id="{522234F1-1001-207B-43A9-B187851D9CAE}"/>
                  </a:ext>
                </a:extLst>
              </p:cNvPr>
              <p:cNvSpPr/>
              <p:nvPr/>
            </p:nvSpPr>
            <p:spPr>
              <a:xfrm>
                <a:off x="115201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6" name="円/楕円 5">
                <a:extLst>
                  <a:ext uri="{FF2B5EF4-FFF2-40B4-BE49-F238E27FC236}">
                    <a16:creationId xmlns:a16="http://schemas.microsoft.com/office/drawing/2014/main" id="{E697A7F3-D216-0366-AE9B-B92B2F609C97}"/>
                  </a:ext>
                </a:extLst>
              </p:cNvPr>
              <p:cNvSpPr/>
              <p:nvPr/>
            </p:nvSpPr>
            <p:spPr>
              <a:xfrm>
                <a:off x="225280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7" name="円/楕円 6">
                <a:extLst>
                  <a:ext uri="{FF2B5EF4-FFF2-40B4-BE49-F238E27FC236}">
                    <a16:creationId xmlns:a16="http://schemas.microsoft.com/office/drawing/2014/main" id="{BB62F5A2-E2C8-AC27-4232-C323CD4F11AA}"/>
                  </a:ext>
                </a:extLst>
              </p:cNvPr>
              <p:cNvSpPr/>
              <p:nvPr/>
            </p:nvSpPr>
            <p:spPr>
              <a:xfrm>
                <a:off x="1679777" y="601605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B8F61F6-F738-B584-8FC7-6FCB79C73786}"/>
                  </a:ext>
                </a:extLst>
              </p:cNvPr>
              <p:cNvSpPr txBox="1"/>
              <p:nvPr/>
            </p:nvSpPr>
            <p:spPr>
              <a:xfrm>
                <a:off x="925798" y="7926311"/>
                <a:ext cx="2081398" cy="573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労働組合</a:t>
                </a:r>
              </a:p>
            </p:txBody>
          </p:sp>
        </p:grpSp>
        <p:grpSp>
          <p:nvGrpSpPr>
            <p:cNvPr id="22" name="グループ化 21">
              <a:extLst>
                <a:ext uri="{FF2B5EF4-FFF2-40B4-BE49-F238E27FC236}">
                  <a16:creationId xmlns:a16="http://schemas.microsoft.com/office/drawing/2014/main" id="{BD7868CC-70B3-811A-4503-16919437EFEB}"/>
                </a:ext>
              </a:extLst>
            </p:cNvPr>
            <p:cNvGrpSpPr/>
            <p:nvPr/>
          </p:nvGrpSpPr>
          <p:grpSpPr>
            <a:xfrm>
              <a:off x="2260008" y="6123680"/>
              <a:ext cx="1840245" cy="2089682"/>
              <a:chOff x="579398" y="5504701"/>
              <a:chExt cx="2774196" cy="2995075"/>
            </a:xfrm>
          </p:grpSpPr>
          <p:sp>
            <p:nvSpPr>
              <p:cNvPr id="23" name="三角形 22">
                <a:extLst>
                  <a:ext uri="{FF2B5EF4-FFF2-40B4-BE49-F238E27FC236}">
                    <a16:creationId xmlns:a16="http://schemas.microsoft.com/office/drawing/2014/main" id="{63D1F1AE-600D-5BAA-BCC4-0E4282EF4938}"/>
                  </a:ext>
                </a:extLst>
              </p:cNvPr>
              <p:cNvSpPr/>
              <p:nvPr/>
            </p:nvSpPr>
            <p:spPr>
              <a:xfrm>
                <a:off x="579398" y="5504701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円/楕円 23">
                <a:extLst>
                  <a:ext uri="{FF2B5EF4-FFF2-40B4-BE49-F238E27FC236}">
                    <a16:creationId xmlns:a16="http://schemas.microsoft.com/office/drawing/2014/main" id="{B682C1E8-7FE9-6820-B3DB-354D075494BF}"/>
                  </a:ext>
                </a:extLst>
              </p:cNvPr>
              <p:cNvSpPr/>
              <p:nvPr/>
            </p:nvSpPr>
            <p:spPr>
              <a:xfrm>
                <a:off x="115201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25" name="円/楕円 24">
                <a:extLst>
                  <a:ext uri="{FF2B5EF4-FFF2-40B4-BE49-F238E27FC236}">
                    <a16:creationId xmlns:a16="http://schemas.microsoft.com/office/drawing/2014/main" id="{3688B88D-1B0B-1FFF-D7E2-656590535C46}"/>
                  </a:ext>
                </a:extLst>
              </p:cNvPr>
              <p:cNvSpPr/>
              <p:nvPr/>
            </p:nvSpPr>
            <p:spPr>
              <a:xfrm>
                <a:off x="225280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26" name="円/楕円 25">
                <a:extLst>
                  <a:ext uri="{FF2B5EF4-FFF2-40B4-BE49-F238E27FC236}">
                    <a16:creationId xmlns:a16="http://schemas.microsoft.com/office/drawing/2014/main" id="{3FCE392C-998D-8B6C-7745-376A9A7487FB}"/>
                  </a:ext>
                </a:extLst>
              </p:cNvPr>
              <p:cNvSpPr/>
              <p:nvPr/>
            </p:nvSpPr>
            <p:spPr>
              <a:xfrm>
                <a:off x="1679777" y="601605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66CF2D3E-8BD2-1B39-5A3C-40CE72ADE693}"/>
                  </a:ext>
                </a:extLst>
              </p:cNvPr>
              <p:cNvSpPr txBox="1"/>
              <p:nvPr/>
            </p:nvSpPr>
            <p:spPr>
              <a:xfrm>
                <a:off x="925798" y="7926311"/>
                <a:ext cx="2081398" cy="573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労働組合</a:t>
                </a:r>
              </a:p>
            </p:txBody>
          </p:sp>
        </p:grp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7E8CEA0C-5994-31FB-15BD-087F55BEAC23}"/>
                </a:ext>
              </a:extLst>
            </p:cNvPr>
            <p:cNvGrpSpPr/>
            <p:nvPr/>
          </p:nvGrpSpPr>
          <p:grpSpPr>
            <a:xfrm>
              <a:off x="4290036" y="6123680"/>
              <a:ext cx="1840245" cy="2089682"/>
              <a:chOff x="579398" y="5504701"/>
              <a:chExt cx="2774196" cy="2995075"/>
            </a:xfrm>
          </p:grpSpPr>
          <p:sp>
            <p:nvSpPr>
              <p:cNvPr id="29" name="三角形 28">
                <a:extLst>
                  <a:ext uri="{FF2B5EF4-FFF2-40B4-BE49-F238E27FC236}">
                    <a16:creationId xmlns:a16="http://schemas.microsoft.com/office/drawing/2014/main" id="{A4A2A32C-4D7A-2913-27CB-5843DFD1C1CF}"/>
                  </a:ext>
                </a:extLst>
              </p:cNvPr>
              <p:cNvSpPr/>
              <p:nvPr/>
            </p:nvSpPr>
            <p:spPr>
              <a:xfrm>
                <a:off x="579398" y="5504701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円/楕円 29">
                <a:extLst>
                  <a:ext uri="{FF2B5EF4-FFF2-40B4-BE49-F238E27FC236}">
                    <a16:creationId xmlns:a16="http://schemas.microsoft.com/office/drawing/2014/main" id="{5615956A-1D6F-EAA0-4E17-5F0A73A4BE4D}"/>
                  </a:ext>
                </a:extLst>
              </p:cNvPr>
              <p:cNvSpPr/>
              <p:nvPr/>
            </p:nvSpPr>
            <p:spPr>
              <a:xfrm>
                <a:off x="115201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31" name="円/楕円 30">
                <a:extLst>
                  <a:ext uri="{FF2B5EF4-FFF2-40B4-BE49-F238E27FC236}">
                    <a16:creationId xmlns:a16="http://schemas.microsoft.com/office/drawing/2014/main" id="{A0C3599C-CBD3-F3F6-D447-81204880F36E}"/>
                  </a:ext>
                </a:extLst>
              </p:cNvPr>
              <p:cNvSpPr/>
              <p:nvPr/>
            </p:nvSpPr>
            <p:spPr>
              <a:xfrm>
                <a:off x="225280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32" name="円/楕円 31">
                <a:extLst>
                  <a:ext uri="{FF2B5EF4-FFF2-40B4-BE49-F238E27FC236}">
                    <a16:creationId xmlns:a16="http://schemas.microsoft.com/office/drawing/2014/main" id="{75C14869-7E96-1CB2-6C23-404F0365ACCA}"/>
                  </a:ext>
                </a:extLst>
              </p:cNvPr>
              <p:cNvSpPr/>
              <p:nvPr/>
            </p:nvSpPr>
            <p:spPr>
              <a:xfrm>
                <a:off x="1679777" y="601605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労</a:t>
                </a:r>
              </a:p>
            </p:txBody>
          </p:sp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9E1B8CB7-C6B3-48C6-CB5D-F31E97C25A3A}"/>
                  </a:ext>
                </a:extLst>
              </p:cNvPr>
              <p:cNvSpPr txBox="1"/>
              <p:nvPr/>
            </p:nvSpPr>
            <p:spPr>
              <a:xfrm>
                <a:off x="925798" y="7926311"/>
                <a:ext cx="2081398" cy="573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労働組合</a:t>
                </a:r>
              </a:p>
            </p:txBody>
          </p:sp>
        </p:grp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E6FAE759-C9C6-05F0-11F3-6E9080C7D8F6}"/>
                </a:ext>
              </a:extLst>
            </p:cNvPr>
            <p:cNvSpPr/>
            <p:nvPr/>
          </p:nvSpPr>
          <p:spPr>
            <a:xfrm>
              <a:off x="1920167" y="2729133"/>
              <a:ext cx="2599651" cy="127312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400">
                  <a:solidFill>
                    <a:schemeClr val="tx1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頂上団体</a:t>
              </a:r>
              <a:endParaRPr kumimoji="1" lang="ja-JP" altLang="en-US" sz="3000"/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A1293DB6-C347-5220-9E75-4DBDC594EEBD}"/>
                </a:ext>
              </a:extLst>
            </p:cNvPr>
            <p:cNvGrpSpPr/>
            <p:nvPr/>
          </p:nvGrpSpPr>
          <p:grpSpPr>
            <a:xfrm>
              <a:off x="6669965" y="6125122"/>
              <a:ext cx="1840245" cy="2088240"/>
              <a:chOff x="579398" y="5504701"/>
              <a:chExt cx="2774196" cy="2993008"/>
            </a:xfrm>
          </p:grpSpPr>
          <p:sp>
            <p:nvSpPr>
              <p:cNvPr id="38" name="三角形 37">
                <a:extLst>
                  <a:ext uri="{FF2B5EF4-FFF2-40B4-BE49-F238E27FC236}">
                    <a16:creationId xmlns:a16="http://schemas.microsoft.com/office/drawing/2014/main" id="{28A80CC9-D088-2F87-9F8D-1985989A09D3}"/>
                  </a:ext>
                </a:extLst>
              </p:cNvPr>
              <p:cNvSpPr/>
              <p:nvPr/>
            </p:nvSpPr>
            <p:spPr>
              <a:xfrm>
                <a:off x="579398" y="5504701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円/楕円 38">
                <a:extLst>
                  <a:ext uri="{FF2B5EF4-FFF2-40B4-BE49-F238E27FC236}">
                    <a16:creationId xmlns:a16="http://schemas.microsoft.com/office/drawing/2014/main" id="{04D10A54-B404-DF67-E5A2-6504F6E32205}"/>
                  </a:ext>
                </a:extLst>
              </p:cNvPr>
              <p:cNvSpPr/>
              <p:nvPr/>
            </p:nvSpPr>
            <p:spPr>
              <a:xfrm>
                <a:off x="115201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40" name="円/楕円 39">
                <a:extLst>
                  <a:ext uri="{FF2B5EF4-FFF2-40B4-BE49-F238E27FC236}">
                    <a16:creationId xmlns:a16="http://schemas.microsoft.com/office/drawing/2014/main" id="{2FF33F5E-1D9B-3D51-E934-2874899DFF04}"/>
                  </a:ext>
                </a:extLst>
              </p:cNvPr>
              <p:cNvSpPr/>
              <p:nvPr/>
            </p:nvSpPr>
            <p:spPr>
              <a:xfrm>
                <a:off x="225280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41" name="円/楕円 40">
                <a:extLst>
                  <a:ext uri="{FF2B5EF4-FFF2-40B4-BE49-F238E27FC236}">
                    <a16:creationId xmlns:a16="http://schemas.microsoft.com/office/drawing/2014/main" id="{50355619-60A0-2823-9A49-A7A45FDC04DE}"/>
                  </a:ext>
                </a:extLst>
              </p:cNvPr>
              <p:cNvSpPr/>
              <p:nvPr/>
            </p:nvSpPr>
            <p:spPr>
              <a:xfrm>
                <a:off x="1679777" y="601605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409F1D85-5108-854D-2373-2FFE64CA856D}"/>
                  </a:ext>
                </a:extLst>
              </p:cNvPr>
              <p:cNvSpPr txBox="1"/>
              <p:nvPr/>
            </p:nvSpPr>
            <p:spPr>
              <a:xfrm>
                <a:off x="835255" y="7924244"/>
                <a:ext cx="2262481" cy="573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>
                    <a:latin typeface="Hiragino Kaku Gothic StdN W8" panose="020B0800000000000000" pitchFamily="34" charset="-128"/>
                    <a:ea typeface="Hiragino Kaku Gothic StdN W8" panose="020B0800000000000000" pitchFamily="34" charset="-128"/>
                  </a:rPr>
                  <a:t>使用者団体</a:t>
                </a:r>
              </a:p>
            </p:txBody>
          </p:sp>
        </p:grpSp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BE77B804-5E76-6F04-B508-C9AFD2D37147}"/>
                </a:ext>
              </a:extLst>
            </p:cNvPr>
            <p:cNvGrpSpPr/>
            <p:nvPr/>
          </p:nvGrpSpPr>
          <p:grpSpPr>
            <a:xfrm>
              <a:off x="8699993" y="6123680"/>
              <a:ext cx="1840245" cy="1689572"/>
              <a:chOff x="579398" y="5504701"/>
              <a:chExt cx="2774196" cy="2421610"/>
            </a:xfrm>
          </p:grpSpPr>
          <p:sp>
            <p:nvSpPr>
              <p:cNvPr id="44" name="三角形 43">
                <a:extLst>
                  <a:ext uri="{FF2B5EF4-FFF2-40B4-BE49-F238E27FC236}">
                    <a16:creationId xmlns:a16="http://schemas.microsoft.com/office/drawing/2014/main" id="{22AC3AB6-5294-D115-B494-1557F59461EA}"/>
                  </a:ext>
                </a:extLst>
              </p:cNvPr>
              <p:cNvSpPr/>
              <p:nvPr/>
            </p:nvSpPr>
            <p:spPr>
              <a:xfrm>
                <a:off x="579398" y="5504701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円/楕円 44">
                <a:extLst>
                  <a:ext uri="{FF2B5EF4-FFF2-40B4-BE49-F238E27FC236}">
                    <a16:creationId xmlns:a16="http://schemas.microsoft.com/office/drawing/2014/main" id="{04CBDD59-63E0-2C22-754E-1AD9F64C6238}"/>
                  </a:ext>
                </a:extLst>
              </p:cNvPr>
              <p:cNvSpPr/>
              <p:nvPr/>
            </p:nvSpPr>
            <p:spPr>
              <a:xfrm>
                <a:off x="115201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46" name="円/楕円 45">
                <a:extLst>
                  <a:ext uri="{FF2B5EF4-FFF2-40B4-BE49-F238E27FC236}">
                    <a16:creationId xmlns:a16="http://schemas.microsoft.com/office/drawing/2014/main" id="{337820BD-3E14-AA73-ECB4-A075B6608C95}"/>
                  </a:ext>
                </a:extLst>
              </p:cNvPr>
              <p:cNvSpPr/>
              <p:nvPr/>
            </p:nvSpPr>
            <p:spPr>
              <a:xfrm>
                <a:off x="225280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47" name="円/楕円 46">
                <a:extLst>
                  <a:ext uri="{FF2B5EF4-FFF2-40B4-BE49-F238E27FC236}">
                    <a16:creationId xmlns:a16="http://schemas.microsoft.com/office/drawing/2014/main" id="{F5497501-E0EE-9F0F-9B0B-0BD5D21B6675}"/>
                  </a:ext>
                </a:extLst>
              </p:cNvPr>
              <p:cNvSpPr/>
              <p:nvPr/>
            </p:nvSpPr>
            <p:spPr>
              <a:xfrm>
                <a:off x="1679777" y="601605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</p:grp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03809EC9-7C50-5C47-B46A-DDA26D0A7258}"/>
                </a:ext>
              </a:extLst>
            </p:cNvPr>
            <p:cNvGrpSpPr/>
            <p:nvPr/>
          </p:nvGrpSpPr>
          <p:grpSpPr>
            <a:xfrm>
              <a:off x="10730021" y="6123680"/>
              <a:ext cx="1840245" cy="1689572"/>
              <a:chOff x="579398" y="5504701"/>
              <a:chExt cx="2774196" cy="2421610"/>
            </a:xfrm>
          </p:grpSpPr>
          <p:sp>
            <p:nvSpPr>
              <p:cNvPr id="50" name="三角形 49">
                <a:extLst>
                  <a:ext uri="{FF2B5EF4-FFF2-40B4-BE49-F238E27FC236}">
                    <a16:creationId xmlns:a16="http://schemas.microsoft.com/office/drawing/2014/main" id="{4107C7D7-9258-1223-B0FC-779512FD8BFF}"/>
                  </a:ext>
                </a:extLst>
              </p:cNvPr>
              <p:cNvSpPr/>
              <p:nvPr/>
            </p:nvSpPr>
            <p:spPr>
              <a:xfrm>
                <a:off x="579398" y="5504701"/>
                <a:ext cx="2774196" cy="2421610"/>
              </a:xfrm>
              <a:prstGeom prst="triangl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1" name="円/楕円 50">
                <a:extLst>
                  <a:ext uri="{FF2B5EF4-FFF2-40B4-BE49-F238E27FC236}">
                    <a16:creationId xmlns:a16="http://schemas.microsoft.com/office/drawing/2014/main" id="{BC547F53-6B55-08C1-3D8E-AC7BE66CE6B8}"/>
                  </a:ext>
                </a:extLst>
              </p:cNvPr>
              <p:cNvSpPr/>
              <p:nvPr/>
            </p:nvSpPr>
            <p:spPr>
              <a:xfrm>
                <a:off x="115201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52" name="円/楕円 51">
                <a:extLst>
                  <a:ext uri="{FF2B5EF4-FFF2-40B4-BE49-F238E27FC236}">
                    <a16:creationId xmlns:a16="http://schemas.microsoft.com/office/drawing/2014/main" id="{2ED1EFB9-401F-C4E8-FA4E-9D3A6A684A5F}"/>
                  </a:ext>
                </a:extLst>
              </p:cNvPr>
              <p:cNvSpPr/>
              <p:nvPr/>
            </p:nvSpPr>
            <p:spPr>
              <a:xfrm>
                <a:off x="2252803" y="710084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  <p:sp>
            <p:nvSpPr>
              <p:cNvPr id="53" name="円/楕円 52">
                <a:extLst>
                  <a:ext uri="{FF2B5EF4-FFF2-40B4-BE49-F238E27FC236}">
                    <a16:creationId xmlns:a16="http://schemas.microsoft.com/office/drawing/2014/main" id="{DCC7C095-8795-FB85-5B00-E0A579ED2E0D}"/>
                  </a:ext>
                </a:extLst>
              </p:cNvPr>
              <p:cNvSpPr/>
              <p:nvPr/>
            </p:nvSpPr>
            <p:spPr>
              <a:xfrm>
                <a:off x="1679777" y="6016053"/>
                <a:ext cx="573438" cy="57343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>
                    <a:solidFill>
                      <a:schemeClr val="tx1"/>
                    </a:solidFill>
                    <a:latin typeface="Hiragino Sans W4" panose="020B0400000000000000" pitchFamily="34" charset="-128"/>
                    <a:ea typeface="Hiragino Sans W4" panose="020B0400000000000000" pitchFamily="34" charset="-128"/>
                  </a:rPr>
                  <a:t>企</a:t>
                </a:r>
              </a:p>
            </p:txBody>
          </p:sp>
        </p:grpSp>
        <p:sp>
          <p:nvSpPr>
            <p:cNvPr id="55" name="角丸四角形 54">
              <a:extLst>
                <a:ext uri="{FF2B5EF4-FFF2-40B4-BE49-F238E27FC236}">
                  <a16:creationId xmlns:a16="http://schemas.microsoft.com/office/drawing/2014/main" id="{F482FFE0-672E-F5E1-A1B1-9818A56A1F66}"/>
                </a:ext>
              </a:extLst>
            </p:cNvPr>
            <p:cNvSpPr/>
            <p:nvPr/>
          </p:nvSpPr>
          <p:spPr>
            <a:xfrm>
              <a:off x="8360152" y="2729133"/>
              <a:ext cx="2599651" cy="1273126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400">
                  <a:solidFill>
                    <a:schemeClr val="tx1"/>
                  </a:solidFill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頂上団体</a:t>
              </a:r>
              <a:endParaRPr kumimoji="1" lang="ja-JP" altLang="en-US" sz="3000"/>
            </a:p>
          </p:txBody>
        </p: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C520D47E-E71B-F675-B830-82886B0E774E}"/>
                </a:ext>
              </a:extLst>
            </p:cNvPr>
            <p:cNvSpPr txBox="1"/>
            <p:nvPr/>
          </p:nvSpPr>
          <p:spPr>
            <a:xfrm>
              <a:off x="8869714" y="7813252"/>
              <a:ext cx="15008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使用者団体</a:t>
              </a: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556A6724-2D6D-892C-2BDE-A79226F947DF}"/>
                </a:ext>
              </a:extLst>
            </p:cNvPr>
            <p:cNvSpPr txBox="1"/>
            <p:nvPr/>
          </p:nvSpPr>
          <p:spPr>
            <a:xfrm>
              <a:off x="10899742" y="7813252"/>
              <a:ext cx="15008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000">
                  <a:latin typeface="Hiragino Kaku Gothic StdN W8" panose="020B0800000000000000" pitchFamily="34" charset="-128"/>
                  <a:ea typeface="Hiragino Kaku Gothic StdN W8" panose="020B0800000000000000" pitchFamily="34" charset="-128"/>
                </a:rPr>
                <a:t>使用者団体</a:t>
              </a:r>
            </a:p>
          </p:txBody>
        </p:sp>
        <p:cxnSp>
          <p:nvCxnSpPr>
            <p:cNvPr id="59" name="直線矢印コネクタ 58">
              <a:extLst>
                <a:ext uri="{FF2B5EF4-FFF2-40B4-BE49-F238E27FC236}">
                  <a16:creationId xmlns:a16="http://schemas.microsoft.com/office/drawing/2014/main" id="{A5CD41FE-974D-0335-2D83-E7BD405E0090}"/>
                </a:ext>
              </a:extLst>
            </p:cNvPr>
            <p:cNvCxnSpPr>
              <a:stCxn id="34" idx="2"/>
              <a:endCxn id="4" idx="0"/>
            </p:cNvCxnSpPr>
            <p:nvPr/>
          </p:nvCxnSpPr>
          <p:spPr>
            <a:xfrm flipH="1">
              <a:off x="1150103" y="4002259"/>
              <a:ext cx="2069890" cy="2122863"/>
            </a:xfrm>
            <a:prstGeom prst="straightConnector1">
              <a:avLst/>
            </a:prstGeom>
            <a:ln w="508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0B0307D1-DF78-69EB-6AAE-0C37057BD99F}"/>
                </a:ext>
              </a:extLst>
            </p:cNvPr>
            <p:cNvCxnSpPr>
              <a:cxnSpLocks/>
              <a:stCxn id="34" idx="2"/>
              <a:endCxn id="23" idx="0"/>
            </p:cNvCxnSpPr>
            <p:nvPr/>
          </p:nvCxnSpPr>
          <p:spPr>
            <a:xfrm flipH="1">
              <a:off x="3180131" y="4002259"/>
              <a:ext cx="39862" cy="2121421"/>
            </a:xfrm>
            <a:prstGeom prst="straightConnector1">
              <a:avLst/>
            </a:prstGeom>
            <a:ln w="508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5F781E67-518F-8313-0823-DB624DB61655}"/>
                </a:ext>
              </a:extLst>
            </p:cNvPr>
            <p:cNvCxnSpPr>
              <a:cxnSpLocks/>
              <a:stCxn id="34" idx="2"/>
              <a:endCxn id="29" idx="0"/>
            </p:cNvCxnSpPr>
            <p:nvPr/>
          </p:nvCxnSpPr>
          <p:spPr>
            <a:xfrm>
              <a:off x="3219993" y="4002259"/>
              <a:ext cx="1990166" cy="2121421"/>
            </a:xfrm>
            <a:prstGeom prst="straightConnector1">
              <a:avLst/>
            </a:prstGeom>
            <a:ln w="508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矢印コネクタ 65">
              <a:extLst>
                <a:ext uri="{FF2B5EF4-FFF2-40B4-BE49-F238E27FC236}">
                  <a16:creationId xmlns:a16="http://schemas.microsoft.com/office/drawing/2014/main" id="{12726559-62A0-8F26-52CF-9A11A07A80FA}"/>
                </a:ext>
              </a:extLst>
            </p:cNvPr>
            <p:cNvCxnSpPr>
              <a:cxnSpLocks/>
              <a:stCxn id="55" idx="2"/>
              <a:endCxn id="38" idx="0"/>
            </p:cNvCxnSpPr>
            <p:nvPr/>
          </p:nvCxnSpPr>
          <p:spPr>
            <a:xfrm flipH="1">
              <a:off x="7590088" y="4002259"/>
              <a:ext cx="2069890" cy="2122863"/>
            </a:xfrm>
            <a:prstGeom prst="straightConnector1">
              <a:avLst/>
            </a:prstGeom>
            <a:ln w="508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AE7BFCC1-1847-E40E-A9F3-62DF899AD1B3}"/>
                </a:ext>
              </a:extLst>
            </p:cNvPr>
            <p:cNvCxnSpPr>
              <a:cxnSpLocks/>
              <a:stCxn id="55" idx="2"/>
              <a:endCxn id="44" idx="0"/>
            </p:cNvCxnSpPr>
            <p:nvPr/>
          </p:nvCxnSpPr>
          <p:spPr>
            <a:xfrm flipH="1">
              <a:off x="9620116" y="4002259"/>
              <a:ext cx="39862" cy="2121421"/>
            </a:xfrm>
            <a:prstGeom prst="straightConnector1">
              <a:avLst/>
            </a:prstGeom>
            <a:ln w="508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矢印コネクタ 67">
              <a:extLst>
                <a:ext uri="{FF2B5EF4-FFF2-40B4-BE49-F238E27FC236}">
                  <a16:creationId xmlns:a16="http://schemas.microsoft.com/office/drawing/2014/main" id="{E794A5E9-2B89-9A02-EA83-65C3A9AD4B18}"/>
                </a:ext>
              </a:extLst>
            </p:cNvPr>
            <p:cNvCxnSpPr>
              <a:cxnSpLocks/>
              <a:stCxn id="55" idx="2"/>
            </p:cNvCxnSpPr>
            <p:nvPr/>
          </p:nvCxnSpPr>
          <p:spPr>
            <a:xfrm>
              <a:off x="9659978" y="4002259"/>
              <a:ext cx="1991519" cy="2121420"/>
            </a:xfrm>
            <a:prstGeom prst="straightConnector1">
              <a:avLst/>
            </a:prstGeom>
            <a:ln w="508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矢印コネクタ 73">
              <a:extLst>
                <a:ext uri="{FF2B5EF4-FFF2-40B4-BE49-F238E27FC236}">
                  <a16:creationId xmlns:a16="http://schemas.microsoft.com/office/drawing/2014/main" id="{E41A9B02-3713-5D91-3C41-ACC19C28B2FF}"/>
                </a:ext>
              </a:extLst>
            </p:cNvPr>
            <p:cNvCxnSpPr>
              <a:cxnSpLocks/>
              <a:stCxn id="55" idx="1"/>
              <a:endCxn id="34" idx="3"/>
            </p:cNvCxnSpPr>
            <p:nvPr/>
          </p:nvCxnSpPr>
          <p:spPr>
            <a:xfrm flipH="1">
              <a:off x="4519818" y="3365696"/>
              <a:ext cx="3840334" cy="0"/>
            </a:xfrm>
            <a:prstGeom prst="straightConnector1">
              <a:avLst/>
            </a:prstGeom>
            <a:ln w="63500" cap="sq">
              <a:solidFill>
                <a:srgbClr val="FF0000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33A107A3-FD3F-2AAA-6ADE-C074E99B5D72}"/>
                </a:ext>
              </a:extLst>
            </p:cNvPr>
            <p:cNvCxnSpPr>
              <a:cxnSpLocks/>
              <a:stCxn id="55" idx="1"/>
              <a:endCxn id="2" idx="2"/>
            </p:cNvCxnSpPr>
            <p:nvPr/>
          </p:nvCxnSpPr>
          <p:spPr>
            <a:xfrm flipH="1" flipV="1">
              <a:off x="6400800" y="1078523"/>
              <a:ext cx="1959352" cy="2287173"/>
            </a:xfrm>
            <a:prstGeom prst="straightConnector1">
              <a:avLst/>
            </a:prstGeom>
            <a:ln w="63500" cap="sq">
              <a:solidFill>
                <a:srgbClr val="FF0000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10C09DCB-9675-825F-7CDA-3231AB9CDAD9}"/>
                </a:ext>
              </a:extLst>
            </p:cNvPr>
            <p:cNvCxnSpPr>
              <a:cxnSpLocks/>
              <a:stCxn id="34" idx="3"/>
              <a:endCxn id="2" idx="2"/>
            </p:cNvCxnSpPr>
            <p:nvPr/>
          </p:nvCxnSpPr>
          <p:spPr>
            <a:xfrm flipV="1">
              <a:off x="4519818" y="1078523"/>
              <a:ext cx="1880982" cy="2287173"/>
            </a:xfrm>
            <a:prstGeom prst="straightConnector1">
              <a:avLst/>
            </a:prstGeom>
            <a:ln w="63500" cap="sq">
              <a:solidFill>
                <a:srgbClr val="FF0000"/>
              </a:solidFill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9F367425-808C-944F-3AA5-76BD21D005C5}"/>
                </a:ext>
              </a:extLst>
            </p:cNvPr>
            <p:cNvSpPr txBox="1"/>
            <p:nvPr/>
          </p:nvSpPr>
          <p:spPr>
            <a:xfrm>
              <a:off x="5667095" y="2119201"/>
              <a:ext cx="1415772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>
                  <a:solidFill>
                    <a:srgbClr val="FF0000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労使交渉</a:t>
              </a:r>
              <a:endParaRPr kumimoji="1" lang="en-US" altLang="ja-JP" sz="2400" dirty="0">
                <a:solidFill>
                  <a:srgbClr val="FF0000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algn="ctr"/>
              <a:r>
                <a:rPr kumimoji="1" lang="ja-JP" altLang="en-US" sz="2400">
                  <a:solidFill>
                    <a:srgbClr val="FF0000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利益代表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0232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63FB9D4-2A1C-37F0-EE62-E70545AB99F7}"/>
              </a:ext>
            </a:extLst>
          </p:cNvPr>
          <p:cNvGrpSpPr/>
          <p:nvPr/>
        </p:nvGrpSpPr>
        <p:grpSpPr>
          <a:xfrm>
            <a:off x="516784" y="872373"/>
            <a:ext cx="11778380" cy="7409274"/>
            <a:chOff x="516784" y="872373"/>
            <a:chExt cx="11778380" cy="7409274"/>
          </a:xfrm>
        </p:grpSpPr>
        <p:cxnSp>
          <p:nvCxnSpPr>
            <p:cNvPr id="2" name="直線矢印コネクタ 1">
              <a:extLst>
                <a:ext uri="{FF2B5EF4-FFF2-40B4-BE49-F238E27FC236}">
                  <a16:creationId xmlns:a16="http://schemas.microsoft.com/office/drawing/2014/main" id="{8F1BEF57-F709-F27E-9A8C-CB55F58A0A24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92" y="7696872"/>
              <a:ext cx="11101271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22CACA83-403E-B402-098A-26821FD1D1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3892" y="973015"/>
              <a:ext cx="0" cy="6723857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フリーフォーム 6">
              <a:extLst>
                <a:ext uri="{FF2B5EF4-FFF2-40B4-BE49-F238E27FC236}">
                  <a16:creationId xmlns:a16="http://schemas.microsoft.com/office/drawing/2014/main" id="{E2C2C75F-5871-7E08-EF54-861834D1AF29}"/>
                </a:ext>
              </a:extLst>
            </p:cNvPr>
            <p:cNvSpPr/>
            <p:nvPr/>
          </p:nvSpPr>
          <p:spPr>
            <a:xfrm>
              <a:off x="1757531" y="1486238"/>
              <a:ext cx="9973994" cy="5697412"/>
            </a:xfrm>
            <a:custGeom>
              <a:avLst/>
              <a:gdLst>
                <a:gd name="csX0" fmla="*/ 0 w 9973994"/>
                <a:gd name="csY0" fmla="*/ 5036235 h 5050303"/>
                <a:gd name="csX1" fmla="*/ 4965896 w 9973994"/>
                <a:gd name="csY1" fmla="*/ 1 h 5050303"/>
                <a:gd name="csX2" fmla="*/ 9973994 w 9973994"/>
                <a:gd name="csY2" fmla="*/ 5050303 h 5050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973994" h="5050303">
                  <a:moveTo>
                    <a:pt x="0" y="5036235"/>
                  </a:moveTo>
                  <a:cubicBezTo>
                    <a:pt x="1651782" y="2516945"/>
                    <a:pt x="3303564" y="-2344"/>
                    <a:pt x="4965896" y="1"/>
                  </a:cubicBezTo>
                  <a:cubicBezTo>
                    <a:pt x="6628228" y="2346"/>
                    <a:pt x="8301111" y="2526324"/>
                    <a:pt x="9973994" y="505030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4A9A9CC8-98DA-14AE-7B9B-E1018BD16B46}"/>
                </a:ext>
              </a:extLst>
            </p:cNvPr>
            <p:cNvSpPr txBox="1"/>
            <p:nvPr/>
          </p:nvSpPr>
          <p:spPr>
            <a:xfrm>
              <a:off x="8236894" y="7696872"/>
              <a:ext cx="4058270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コーポラティズム度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89D8454-4524-1FE3-FA57-29E5B7A8A228}"/>
                </a:ext>
              </a:extLst>
            </p:cNvPr>
            <p:cNvSpPr txBox="1"/>
            <p:nvPr/>
          </p:nvSpPr>
          <p:spPr>
            <a:xfrm>
              <a:off x="516784" y="872373"/>
              <a:ext cx="677108" cy="4365922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kumimoji="1" lang="ja-JP" altLang="en-US" sz="32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インフレ率・失業率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5956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06F9372-8F2C-650B-8F2B-B6EF869361D5}"/>
              </a:ext>
            </a:extLst>
          </p:cNvPr>
          <p:cNvGrpSpPr/>
          <p:nvPr/>
        </p:nvGrpSpPr>
        <p:grpSpPr>
          <a:xfrm>
            <a:off x="144650" y="1858505"/>
            <a:ext cx="12532963" cy="5884190"/>
            <a:chOff x="144650" y="1858505"/>
            <a:chExt cx="12532963" cy="5884190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67AD7085-D95F-F6C2-CD03-C0AD464B2921}"/>
                </a:ext>
              </a:extLst>
            </p:cNvPr>
            <p:cNvSpPr/>
            <p:nvPr/>
          </p:nvSpPr>
          <p:spPr>
            <a:xfrm>
              <a:off x="144650" y="4134173"/>
              <a:ext cx="2559803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課題設定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5CDC2010-87EA-B262-21E1-8073E6462573}"/>
                </a:ext>
              </a:extLst>
            </p:cNvPr>
            <p:cNvSpPr/>
            <p:nvPr/>
          </p:nvSpPr>
          <p:spPr>
            <a:xfrm>
              <a:off x="3469037" y="4134173"/>
              <a:ext cx="2559803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政策形成・決定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64B5114C-8E98-6EB1-AB71-A9223CCC7D17}"/>
                </a:ext>
              </a:extLst>
            </p:cNvPr>
            <p:cNvSpPr/>
            <p:nvPr/>
          </p:nvSpPr>
          <p:spPr>
            <a:xfrm>
              <a:off x="6793423" y="4134173"/>
              <a:ext cx="2559803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政策実施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538CADCE-06DB-8EFD-A363-4C60238B462D}"/>
                </a:ext>
              </a:extLst>
            </p:cNvPr>
            <p:cNvSpPr/>
            <p:nvPr/>
          </p:nvSpPr>
          <p:spPr>
            <a:xfrm>
              <a:off x="10117810" y="4134173"/>
              <a:ext cx="2559803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政策評価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BDBB2050-C8BD-2D9D-3CC7-9BA5C6A912AA}"/>
                </a:ext>
              </a:extLst>
            </p:cNvPr>
            <p:cNvSpPr/>
            <p:nvPr/>
          </p:nvSpPr>
          <p:spPr>
            <a:xfrm>
              <a:off x="10117809" y="6409841"/>
              <a:ext cx="2559803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政策終了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9" name="右矢印 8">
              <a:extLst>
                <a:ext uri="{FF2B5EF4-FFF2-40B4-BE49-F238E27FC236}">
                  <a16:creationId xmlns:a16="http://schemas.microsoft.com/office/drawing/2014/main" id="{7C6AEFCC-B0FB-8850-9ED7-BD4508B15CBF}"/>
                </a:ext>
              </a:extLst>
            </p:cNvPr>
            <p:cNvSpPr/>
            <p:nvPr/>
          </p:nvSpPr>
          <p:spPr>
            <a:xfrm>
              <a:off x="2862019" y="4199395"/>
              <a:ext cx="449451" cy="1202410"/>
            </a:xfrm>
            <a:prstGeom prst="rightArrow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右矢印 9">
              <a:extLst>
                <a:ext uri="{FF2B5EF4-FFF2-40B4-BE49-F238E27FC236}">
                  <a16:creationId xmlns:a16="http://schemas.microsoft.com/office/drawing/2014/main" id="{740BC033-D8BE-03EE-97DE-820701ACCE19}"/>
                </a:ext>
              </a:extLst>
            </p:cNvPr>
            <p:cNvSpPr/>
            <p:nvPr/>
          </p:nvSpPr>
          <p:spPr>
            <a:xfrm>
              <a:off x="6176074" y="4229746"/>
              <a:ext cx="449451" cy="1202410"/>
            </a:xfrm>
            <a:prstGeom prst="rightArrow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右矢印 10">
              <a:extLst>
                <a:ext uri="{FF2B5EF4-FFF2-40B4-BE49-F238E27FC236}">
                  <a16:creationId xmlns:a16="http://schemas.microsoft.com/office/drawing/2014/main" id="{9F078CE1-D7FF-6161-F9D4-6B6DE23551DA}"/>
                </a:ext>
              </a:extLst>
            </p:cNvPr>
            <p:cNvSpPr/>
            <p:nvPr/>
          </p:nvSpPr>
          <p:spPr>
            <a:xfrm>
              <a:off x="9510792" y="4264617"/>
              <a:ext cx="449451" cy="1202410"/>
            </a:xfrm>
            <a:prstGeom prst="rightArrow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右矢印 11">
              <a:extLst>
                <a:ext uri="{FF2B5EF4-FFF2-40B4-BE49-F238E27FC236}">
                  <a16:creationId xmlns:a16="http://schemas.microsoft.com/office/drawing/2014/main" id="{BF6990FB-1FCB-E49C-310E-30E7A4EC7D7E}"/>
                </a:ext>
              </a:extLst>
            </p:cNvPr>
            <p:cNvSpPr/>
            <p:nvPr/>
          </p:nvSpPr>
          <p:spPr>
            <a:xfrm rot="5400000">
              <a:off x="11079995" y="5326900"/>
              <a:ext cx="635430" cy="1202410"/>
            </a:xfrm>
            <a:prstGeom prst="rightArrow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曲折矢印 12">
              <a:extLst>
                <a:ext uri="{FF2B5EF4-FFF2-40B4-BE49-F238E27FC236}">
                  <a16:creationId xmlns:a16="http://schemas.microsoft.com/office/drawing/2014/main" id="{B44533BF-AE98-327E-34CE-26D779865E24}"/>
                </a:ext>
              </a:extLst>
            </p:cNvPr>
            <p:cNvSpPr/>
            <p:nvPr/>
          </p:nvSpPr>
          <p:spPr>
            <a:xfrm flipH="1">
              <a:off x="10117809" y="1858505"/>
              <a:ext cx="1478154" cy="2111647"/>
            </a:xfrm>
            <a:prstGeom prst="bentArrow">
              <a:avLst>
                <a:gd name="adj1" fmla="val 35465"/>
                <a:gd name="adj2" fmla="val 42442"/>
                <a:gd name="adj3" fmla="val 25000"/>
                <a:gd name="adj4" fmla="val 43750"/>
              </a:avLst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フリーフォーム 17">
              <a:extLst>
                <a:ext uri="{FF2B5EF4-FFF2-40B4-BE49-F238E27FC236}">
                  <a16:creationId xmlns:a16="http://schemas.microsoft.com/office/drawing/2014/main" id="{DEB13014-3997-7F94-5A7E-82CE934FD8A3}"/>
                </a:ext>
              </a:extLst>
            </p:cNvPr>
            <p:cNvSpPr/>
            <p:nvPr/>
          </p:nvSpPr>
          <p:spPr>
            <a:xfrm rot="5400000">
              <a:off x="4278015" y="-1405339"/>
              <a:ext cx="1876912" cy="9038093"/>
            </a:xfrm>
            <a:custGeom>
              <a:avLst/>
              <a:gdLst>
                <a:gd name="csX0" fmla="*/ 0 w 1876912"/>
                <a:gd name="csY0" fmla="*/ 7886799 h 9038093"/>
                <a:gd name="csX1" fmla="*/ 0 w 1876912"/>
                <a:gd name="csY1" fmla="*/ 0 h 9038093"/>
                <a:gd name="csX2" fmla="*/ 636562 w 1876912"/>
                <a:gd name="csY2" fmla="*/ 0 h 9038093"/>
                <a:gd name="csX3" fmla="*/ 636562 w 1876912"/>
                <a:gd name="csY3" fmla="*/ 1321230 h 9038093"/>
                <a:gd name="csX4" fmla="*/ 1396471 w 1876912"/>
                <a:gd name="csY4" fmla="*/ 1321230 h 9038093"/>
                <a:gd name="csX5" fmla="*/ 1396471 w 1876912"/>
                <a:gd name="csY5" fmla="*/ 980267 h 9038093"/>
                <a:gd name="csX6" fmla="*/ 1876912 w 1876912"/>
                <a:gd name="csY6" fmla="*/ 1662193 h 9038093"/>
                <a:gd name="csX7" fmla="*/ 1396471 w 1876912"/>
                <a:gd name="csY7" fmla="*/ 2344119 h 9038093"/>
                <a:gd name="csX8" fmla="*/ 1396471 w 1876912"/>
                <a:gd name="csY8" fmla="*/ 2003156 h 9038093"/>
                <a:gd name="csX9" fmla="*/ 636562 w 1876912"/>
                <a:gd name="csY9" fmla="*/ 2003156 h 9038093"/>
                <a:gd name="csX10" fmla="*/ 636562 w 1876912"/>
                <a:gd name="csY10" fmla="*/ 4645616 h 9038093"/>
                <a:gd name="csX11" fmla="*/ 1314460 w 1876912"/>
                <a:gd name="csY11" fmla="*/ 4645616 h 9038093"/>
                <a:gd name="csX12" fmla="*/ 1314460 w 1876912"/>
                <a:gd name="csY12" fmla="*/ 4304653 h 9038093"/>
                <a:gd name="csX13" fmla="*/ 1794901 w 1876912"/>
                <a:gd name="csY13" fmla="*/ 4986579 h 9038093"/>
                <a:gd name="csX14" fmla="*/ 1314460 w 1876912"/>
                <a:gd name="csY14" fmla="*/ 5668505 h 9038093"/>
                <a:gd name="csX15" fmla="*/ 1314460 w 1876912"/>
                <a:gd name="csY15" fmla="*/ 5327542 h 9038093"/>
                <a:gd name="csX16" fmla="*/ 636561 w 1876912"/>
                <a:gd name="csY16" fmla="*/ 5327542 h 9038093"/>
                <a:gd name="csX17" fmla="*/ 636561 w 1876912"/>
                <a:gd name="csY17" fmla="*/ 7886798 h 9038093"/>
                <a:gd name="csX18" fmla="*/ 785269 w 1876912"/>
                <a:gd name="csY18" fmla="*/ 8035506 h 9038093"/>
                <a:gd name="csX19" fmla="*/ 1346176 w 1876912"/>
                <a:gd name="csY19" fmla="*/ 8035506 h 9038093"/>
                <a:gd name="csX20" fmla="*/ 1346176 w 1876912"/>
                <a:gd name="csY20" fmla="*/ 7669481 h 9038093"/>
                <a:gd name="csX21" fmla="*/ 1794901 w 1876912"/>
                <a:gd name="csY21" fmla="*/ 8353787 h 9038093"/>
                <a:gd name="csX22" fmla="*/ 1346176 w 1876912"/>
                <a:gd name="csY22" fmla="*/ 9038093 h 9038093"/>
                <a:gd name="csX23" fmla="*/ 1346176 w 1876912"/>
                <a:gd name="csY23" fmla="*/ 8672068 h 9038093"/>
                <a:gd name="csX24" fmla="*/ 785269 w 1876912"/>
                <a:gd name="csY24" fmla="*/ 8672068 h 9038093"/>
                <a:gd name="csX25" fmla="*/ 0 w 1876912"/>
                <a:gd name="csY25" fmla="*/ 7886799 h 90380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876912" h="9038093">
                  <a:moveTo>
                    <a:pt x="0" y="7886799"/>
                  </a:moveTo>
                  <a:lnTo>
                    <a:pt x="0" y="0"/>
                  </a:lnTo>
                  <a:lnTo>
                    <a:pt x="636562" y="0"/>
                  </a:lnTo>
                  <a:lnTo>
                    <a:pt x="636562" y="1321230"/>
                  </a:lnTo>
                  <a:lnTo>
                    <a:pt x="1396471" y="1321230"/>
                  </a:lnTo>
                  <a:lnTo>
                    <a:pt x="1396471" y="980267"/>
                  </a:lnTo>
                  <a:lnTo>
                    <a:pt x="1876912" y="1662193"/>
                  </a:lnTo>
                  <a:lnTo>
                    <a:pt x="1396471" y="2344119"/>
                  </a:lnTo>
                  <a:lnTo>
                    <a:pt x="1396471" y="2003156"/>
                  </a:lnTo>
                  <a:lnTo>
                    <a:pt x="636562" y="2003156"/>
                  </a:lnTo>
                  <a:lnTo>
                    <a:pt x="636562" y="4645616"/>
                  </a:lnTo>
                  <a:lnTo>
                    <a:pt x="1314460" y="4645616"/>
                  </a:lnTo>
                  <a:lnTo>
                    <a:pt x="1314460" y="4304653"/>
                  </a:lnTo>
                  <a:lnTo>
                    <a:pt x="1794901" y="4986579"/>
                  </a:lnTo>
                  <a:lnTo>
                    <a:pt x="1314460" y="5668505"/>
                  </a:lnTo>
                  <a:lnTo>
                    <a:pt x="1314460" y="5327542"/>
                  </a:lnTo>
                  <a:lnTo>
                    <a:pt x="636561" y="5327542"/>
                  </a:lnTo>
                  <a:lnTo>
                    <a:pt x="636561" y="7886798"/>
                  </a:lnTo>
                  <a:cubicBezTo>
                    <a:pt x="636561" y="7968927"/>
                    <a:pt x="703140" y="8035506"/>
                    <a:pt x="785269" y="8035506"/>
                  </a:cubicBezTo>
                  <a:lnTo>
                    <a:pt x="1346176" y="8035506"/>
                  </a:lnTo>
                  <a:lnTo>
                    <a:pt x="1346176" y="7669481"/>
                  </a:lnTo>
                  <a:lnTo>
                    <a:pt x="1794901" y="8353787"/>
                  </a:lnTo>
                  <a:lnTo>
                    <a:pt x="1346176" y="9038093"/>
                  </a:lnTo>
                  <a:lnTo>
                    <a:pt x="1346176" y="8672068"/>
                  </a:lnTo>
                  <a:lnTo>
                    <a:pt x="785269" y="8672068"/>
                  </a:lnTo>
                  <a:cubicBezTo>
                    <a:pt x="351577" y="8672068"/>
                    <a:pt x="0" y="8320491"/>
                    <a:pt x="0" y="7886799"/>
                  </a:cubicBezTo>
                  <a:close/>
                </a:path>
              </a:pathLst>
            </a:cu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196E0A35-448B-B804-AA87-AD281138222C}"/>
                </a:ext>
              </a:extLst>
            </p:cNvPr>
            <p:cNvSpPr/>
            <p:nvPr/>
          </p:nvSpPr>
          <p:spPr>
            <a:xfrm>
              <a:off x="3883617" y="1962798"/>
              <a:ext cx="3602065" cy="743919"/>
            </a:xfrm>
            <a:prstGeom prst="rect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フィードバック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18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EC8912C-9A48-4245-D69A-B42073D307B2}"/>
              </a:ext>
            </a:extLst>
          </p:cNvPr>
          <p:cNvGrpSpPr/>
          <p:nvPr/>
        </p:nvGrpSpPr>
        <p:grpSpPr>
          <a:xfrm>
            <a:off x="1003515" y="636722"/>
            <a:ext cx="10899183" cy="7833102"/>
            <a:chOff x="1003515" y="636722"/>
            <a:chExt cx="10899183" cy="7833102"/>
          </a:xfrm>
        </p:grpSpPr>
        <p:pic>
          <p:nvPicPr>
            <p:cNvPr id="3" name="グラフィックス 2" descr="堆肥 単色塗りつぶし">
              <a:extLst>
                <a:ext uri="{FF2B5EF4-FFF2-40B4-BE49-F238E27FC236}">
                  <a16:creationId xmlns:a16="http://schemas.microsoft.com/office/drawing/2014/main" id="{41C41F0F-6486-6EE8-82D3-CFE41BDB20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51938" y="3251738"/>
              <a:ext cx="3097723" cy="3097723"/>
            </a:xfrm>
            <a:prstGeom prst="rect">
              <a:avLst/>
            </a:prstGeom>
          </p:spPr>
        </p:pic>
        <p:pic>
          <p:nvPicPr>
            <p:cNvPr id="5" name="グラフィックス 4" descr="ユーザー 単色塗りつぶし">
              <a:extLst>
                <a:ext uri="{FF2B5EF4-FFF2-40B4-BE49-F238E27FC236}">
                  <a16:creationId xmlns:a16="http://schemas.microsoft.com/office/drawing/2014/main" id="{1711C8A7-958F-2EA0-3A53-4E07990FA6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46216" y="5908729"/>
              <a:ext cx="2456482" cy="2456482"/>
            </a:xfrm>
            <a:prstGeom prst="rect">
              <a:avLst/>
            </a:prstGeom>
          </p:spPr>
        </p:pic>
        <p:pic>
          <p:nvPicPr>
            <p:cNvPr id="6" name="グラフィックス 5" descr="ユーザー 単色塗りつぶし">
              <a:extLst>
                <a:ext uri="{FF2B5EF4-FFF2-40B4-BE49-F238E27FC236}">
                  <a16:creationId xmlns:a16="http://schemas.microsoft.com/office/drawing/2014/main" id="{8EFB2149-4A6C-16ED-80A3-DF4C6AB74D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3515" y="5908729"/>
              <a:ext cx="2456482" cy="2456482"/>
            </a:xfrm>
            <a:prstGeom prst="rect">
              <a:avLst/>
            </a:prstGeom>
          </p:spPr>
        </p:pic>
        <p:pic>
          <p:nvPicPr>
            <p:cNvPr id="7" name="グラフィックス 6" descr="ユーザー 単色塗りつぶし">
              <a:extLst>
                <a:ext uri="{FF2B5EF4-FFF2-40B4-BE49-F238E27FC236}">
                  <a16:creationId xmlns:a16="http://schemas.microsoft.com/office/drawing/2014/main" id="{14BA683C-7637-E465-80F6-AB3007203C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3515" y="636722"/>
              <a:ext cx="2456482" cy="2456482"/>
            </a:xfrm>
            <a:prstGeom prst="rect">
              <a:avLst/>
            </a:prstGeom>
          </p:spPr>
        </p:pic>
        <p:pic>
          <p:nvPicPr>
            <p:cNvPr id="8" name="グラフィックス 7" descr="ユーザー 単色塗りつぶし">
              <a:extLst>
                <a:ext uri="{FF2B5EF4-FFF2-40B4-BE49-F238E27FC236}">
                  <a16:creationId xmlns:a16="http://schemas.microsoft.com/office/drawing/2014/main" id="{D6FC85D1-EFCB-77CA-9C55-0A58F8A149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41605" y="636722"/>
              <a:ext cx="2456482" cy="2456482"/>
            </a:xfrm>
            <a:prstGeom prst="rect">
              <a:avLst/>
            </a:prstGeom>
          </p:spPr>
        </p:pic>
        <p:sp>
          <p:nvSpPr>
            <p:cNvPr id="13" name="環状矢印 12">
              <a:extLst>
                <a:ext uri="{FF2B5EF4-FFF2-40B4-BE49-F238E27FC236}">
                  <a16:creationId xmlns:a16="http://schemas.microsoft.com/office/drawing/2014/main" id="{FA34D09D-16EC-2DF3-CDFA-BCE20F75370B}"/>
                </a:ext>
              </a:extLst>
            </p:cNvPr>
            <p:cNvSpPr/>
            <p:nvPr/>
          </p:nvSpPr>
          <p:spPr>
            <a:xfrm rot="1500429">
              <a:off x="2527085" y="1318313"/>
              <a:ext cx="3718617" cy="2227254"/>
            </a:xfrm>
            <a:prstGeom prst="circularArrow">
              <a:avLst>
                <a:gd name="adj1" fmla="val 6792"/>
                <a:gd name="adj2" fmla="val 915030"/>
                <a:gd name="adj3" fmla="val 20606191"/>
                <a:gd name="adj4" fmla="val 10966240"/>
                <a:gd name="adj5" fmla="val 125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環状矢印 13">
              <a:extLst>
                <a:ext uri="{FF2B5EF4-FFF2-40B4-BE49-F238E27FC236}">
                  <a16:creationId xmlns:a16="http://schemas.microsoft.com/office/drawing/2014/main" id="{4B74CDFB-23FA-2984-164C-BAA88EAF617C}"/>
                </a:ext>
              </a:extLst>
            </p:cNvPr>
            <p:cNvSpPr/>
            <p:nvPr/>
          </p:nvSpPr>
          <p:spPr>
            <a:xfrm rot="19295330">
              <a:off x="2452031" y="4795624"/>
              <a:ext cx="3407873" cy="2226211"/>
            </a:xfrm>
            <a:prstGeom prst="circularArrow">
              <a:avLst>
                <a:gd name="adj1" fmla="val 6792"/>
                <a:gd name="adj2" fmla="val 915030"/>
                <a:gd name="adj3" fmla="val 20606191"/>
                <a:gd name="adj4" fmla="val 10966240"/>
                <a:gd name="adj5" fmla="val 125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環状矢印 15">
              <a:extLst>
                <a:ext uri="{FF2B5EF4-FFF2-40B4-BE49-F238E27FC236}">
                  <a16:creationId xmlns:a16="http://schemas.microsoft.com/office/drawing/2014/main" id="{1A970D52-5F2B-5338-FEFF-A7963DF9C69F}"/>
                </a:ext>
              </a:extLst>
            </p:cNvPr>
            <p:cNvSpPr/>
            <p:nvPr/>
          </p:nvSpPr>
          <p:spPr>
            <a:xfrm rot="19922963" flipH="1">
              <a:off x="6500346" y="1252354"/>
              <a:ext cx="3675277" cy="2227254"/>
            </a:xfrm>
            <a:prstGeom prst="circularArrow">
              <a:avLst>
                <a:gd name="adj1" fmla="val 6792"/>
                <a:gd name="adj2" fmla="val 915030"/>
                <a:gd name="adj3" fmla="val 20606191"/>
                <a:gd name="adj4" fmla="val 10966240"/>
                <a:gd name="adj5" fmla="val 125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環状矢印 16">
              <a:extLst>
                <a:ext uri="{FF2B5EF4-FFF2-40B4-BE49-F238E27FC236}">
                  <a16:creationId xmlns:a16="http://schemas.microsoft.com/office/drawing/2014/main" id="{5DB0072D-CFCA-D361-4C1D-D04AD66CFCF8}"/>
                </a:ext>
              </a:extLst>
            </p:cNvPr>
            <p:cNvSpPr/>
            <p:nvPr/>
          </p:nvSpPr>
          <p:spPr>
            <a:xfrm rot="12786546" flipV="1">
              <a:off x="6824237" y="4697389"/>
              <a:ext cx="3538717" cy="2534143"/>
            </a:xfrm>
            <a:prstGeom prst="circularArrow">
              <a:avLst>
                <a:gd name="adj1" fmla="val 6792"/>
                <a:gd name="adj2" fmla="val 915030"/>
                <a:gd name="adj3" fmla="val 20606191"/>
                <a:gd name="adj4" fmla="val 10966240"/>
                <a:gd name="adj5" fmla="val 1250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F10FB768-D8C7-51C7-82A6-38E3CD3916FF}"/>
                </a:ext>
              </a:extLst>
            </p:cNvPr>
            <p:cNvSpPr txBox="1"/>
            <p:nvPr/>
          </p:nvSpPr>
          <p:spPr>
            <a:xfrm>
              <a:off x="3835831" y="703999"/>
              <a:ext cx="141483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問題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30283CD-288A-ADC3-7672-02A56F1C6DC5}"/>
                </a:ext>
              </a:extLst>
            </p:cNvPr>
            <p:cNvSpPr txBox="1"/>
            <p:nvPr/>
          </p:nvSpPr>
          <p:spPr>
            <a:xfrm>
              <a:off x="8593595" y="4374450"/>
              <a:ext cx="141483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問題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CA4CDBF-64AE-D762-06AE-4279436BE230}"/>
                </a:ext>
              </a:extLst>
            </p:cNvPr>
            <p:cNvSpPr txBox="1"/>
            <p:nvPr/>
          </p:nvSpPr>
          <p:spPr>
            <a:xfrm>
              <a:off x="2923375" y="4322085"/>
              <a:ext cx="141483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解決策</a:t>
              </a: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92475EC-B637-6D73-028A-0B526232AD2C}"/>
                </a:ext>
              </a:extLst>
            </p:cNvPr>
            <p:cNvSpPr txBox="1"/>
            <p:nvPr/>
          </p:nvSpPr>
          <p:spPr>
            <a:xfrm>
              <a:off x="7797945" y="679578"/>
              <a:ext cx="141483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解決策</a:t>
              </a:r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D2E5FF43-D59C-05A6-5F5F-A6F99D319FEB}"/>
                </a:ext>
              </a:extLst>
            </p:cNvPr>
            <p:cNvSpPr/>
            <p:nvPr/>
          </p:nvSpPr>
          <p:spPr>
            <a:xfrm>
              <a:off x="5119451" y="7136970"/>
              <a:ext cx="2559803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8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決定</a:t>
              </a:r>
              <a:endParaRPr kumimoji="1" lang="ja-JP" altLang="en-US" sz="3200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24" name="右矢印 23">
              <a:extLst>
                <a:ext uri="{FF2B5EF4-FFF2-40B4-BE49-F238E27FC236}">
                  <a16:creationId xmlns:a16="http://schemas.microsoft.com/office/drawing/2014/main" id="{D2E7073D-891D-B33B-6269-E81B47D6B753}"/>
                </a:ext>
              </a:extLst>
            </p:cNvPr>
            <p:cNvSpPr/>
            <p:nvPr/>
          </p:nvSpPr>
          <p:spPr>
            <a:xfrm rot="5400000">
              <a:off x="6091655" y="5964388"/>
              <a:ext cx="635430" cy="1202410"/>
            </a:xfrm>
            <a:prstGeom prst="rightArrow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9565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8587C31-1537-7005-3048-F4C716965333}"/>
              </a:ext>
            </a:extLst>
          </p:cNvPr>
          <p:cNvGrpSpPr/>
          <p:nvPr/>
        </p:nvGrpSpPr>
        <p:grpSpPr>
          <a:xfrm>
            <a:off x="1500752" y="1315273"/>
            <a:ext cx="9800096" cy="6970654"/>
            <a:chOff x="1963118" y="627682"/>
            <a:chExt cx="9800096" cy="6970654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4339365-20C7-B7C3-E1EE-62202B448C19}"/>
                </a:ext>
              </a:extLst>
            </p:cNvPr>
            <p:cNvSpPr/>
            <p:nvPr/>
          </p:nvSpPr>
          <p:spPr>
            <a:xfrm>
              <a:off x="1963118" y="2871058"/>
              <a:ext cx="2559803" cy="46882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の流れ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" name="下矢印 2">
              <a:extLst>
                <a:ext uri="{FF2B5EF4-FFF2-40B4-BE49-F238E27FC236}">
                  <a16:creationId xmlns:a16="http://schemas.microsoft.com/office/drawing/2014/main" id="{E993E939-6860-2745-D03B-377FB1DC68AB}"/>
                </a:ext>
              </a:extLst>
            </p:cNvPr>
            <p:cNvSpPr/>
            <p:nvPr/>
          </p:nvSpPr>
          <p:spPr>
            <a:xfrm rot="16200000">
              <a:off x="6423111" y="-213753"/>
              <a:ext cx="880109" cy="9800094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F7A2250-DE8F-02DD-1CCC-666FD1FCBB3C}"/>
                </a:ext>
              </a:extLst>
            </p:cNvPr>
            <p:cNvSpPr/>
            <p:nvPr/>
          </p:nvSpPr>
          <p:spPr>
            <a:xfrm>
              <a:off x="1963118" y="627682"/>
              <a:ext cx="2559803" cy="46882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問題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の流れ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5" name="下矢印 4">
              <a:extLst>
                <a:ext uri="{FF2B5EF4-FFF2-40B4-BE49-F238E27FC236}">
                  <a16:creationId xmlns:a16="http://schemas.microsoft.com/office/drawing/2014/main" id="{6B1BF680-757E-8971-6958-83197F9747D8}"/>
                </a:ext>
              </a:extLst>
            </p:cNvPr>
            <p:cNvSpPr/>
            <p:nvPr/>
          </p:nvSpPr>
          <p:spPr>
            <a:xfrm rot="16200000">
              <a:off x="6423112" y="-2457130"/>
              <a:ext cx="880109" cy="9800095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221C96C-AC2D-72FE-6628-F0A37F6722D3}"/>
                </a:ext>
              </a:extLst>
            </p:cNvPr>
            <p:cNvSpPr/>
            <p:nvPr/>
          </p:nvSpPr>
          <p:spPr>
            <a:xfrm>
              <a:off x="1963118" y="5343046"/>
              <a:ext cx="2559803" cy="46882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政治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の流れ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7" name="下矢印 6">
              <a:extLst>
                <a:ext uri="{FF2B5EF4-FFF2-40B4-BE49-F238E27FC236}">
                  <a16:creationId xmlns:a16="http://schemas.microsoft.com/office/drawing/2014/main" id="{BADD6EE2-9178-46BE-20A4-D85B29D6A957}"/>
                </a:ext>
              </a:extLst>
            </p:cNvPr>
            <p:cNvSpPr/>
            <p:nvPr/>
          </p:nvSpPr>
          <p:spPr>
            <a:xfrm rot="16200000">
              <a:off x="6423111" y="2258235"/>
              <a:ext cx="880109" cy="9800094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8B3C4E1-C907-3542-E6E6-EC01A9BC4904}"/>
                </a:ext>
              </a:extLst>
            </p:cNvPr>
            <p:cNvSpPr txBox="1"/>
            <p:nvPr/>
          </p:nvSpPr>
          <p:spPr>
            <a:xfrm>
              <a:off x="2464230" y="1198950"/>
              <a:ext cx="7366119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特定の社会問題が政府周辺に着目される過程</a:t>
              </a:r>
              <a:endParaRPr kumimoji="1" lang="en-US" altLang="ja-JP" sz="28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例：事件や災害、指標の変化、政策評価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36B00BE5-2D81-ABED-A70A-235C47B90317}"/>
                </a:ext>
              </a:extLst>
            </p:cNvPr>
            <p:cNvSpPr txBox="1"/>
            <p:nvPr/>
          </p:nvSpPr>
          <p:spPr>
            <a:xfrm>
              <a:off x="2464230" y="3419782"/>
              <a:ext cx="8443337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無数のアイデアが少数の政策案に絞り込まれる過程</a:t>
              </a:r>
              <a:endParaRPr kumimoji="1" lang="en-US" altLang="ja-JP" sz="28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→専門家からなる</a:t>
              </a:r>
              <a:r>
                <a:rPr kumimoji="1" lang="ja-JP" altLang="en-US" sz="2400" b="1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政策共同体</a:t>
              </a:r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の役割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A5DB910-EE0D-0F36-F60F-7F7C59E38C4F}"/>
                </a:ext>
              </a:extLst>
            </p:cNvPr>
            <p:cNvSpPr txBox="1"/>
            <p:nvPr/>
          </p:nvSpPr>
          <p:spPr>
            <a:xfrm>
              <a:off x="2464229" y="5904212"/>
              <a:ext cx="5929828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8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政党や利益団体など政府周辺の動き</a:t>
              </a:r>
              <a:endParaRPr kumimoji="1" lang="en-US" altLang="ja-JP" sz="2800" dirty="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r>
                <a:rPr kumimoji="1" lang="ja-JP" altLang="en-US" sz="24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例：選挙や政権交代、世論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5045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7A552A6E-1033-DFC9-20E1-CF78E37F7D46}"/>
              </a:ext>
            </a:extLst>
          </p:cNvPr>
          <p:cNvGrpSpPr/>
          <p:nvPr/>
        </p:nvGrpSpPr>
        <p:grpSpPr>
          <a:xfrm>
            <a:off x="434598" y="1885658"/>
            <a:ext cx="11932403" cy="5829884"/>
            <a:chOff x="537274" y="1882758"/>
            <a:chExt cx="11932403" cy="582988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372AC888-B90E-2C9B-7AFC-E8E36C40320A}"/>
                </a:ext>
              </a:extLst>
            </p:cNvPr>
            <p:cNvSpPr/>
            <p:nvPr/>
          </p:nvSpPr>
          <p:spPr>
            <a:xfrm>
              <a:off x="537274" y="4126134"/>
              <a:ext cx="2559803" cy="46882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の流れ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2E698394-9083-488D-E9FD-DE82948315B4}"/>
                </a:ext>
              </a:extLst>
            </p:cNvPr>
            <p:cNvSpPr/>
            <p:nvPr/>
          </p:nvSpPr>
          <p:spPr>
            <a:xfrm>
              <a:off x="7237706" y="4134173"/>
              <a:ext cx="2309247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政策の窓</a:t>
              </a:r>
              <a:br>
                <a:rPr kumimoji="1" lang="en-US" altLang="ja-JP" sz="3200" b="1" dirty="0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</a:br>
              <a:r>
                <a:rPr kumimoji="1" lang="en-US" altLang="ja-JP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(policy window)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CC0294C4-1AD9-A440-7762-823D959E7E73}"/>
                </a:ext>
              </a:extLst>
            </p:cNvPr>
            <p:cNvSpPr/>
            <p:nvPr/>
          </p:nvSpPr>
          <p:spPr>
            <a:xfrm>
              <a:off x="11021877" y="4134173"/>
              <a:ext cx="1447800" cy="1332854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決定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7" name="下矢印 16">
              <a:extLst>
                <a:ext uri="{FF2B5EF4-FFF2-40B4-BE49-F238E27FC236}">
                  <a16:creationId xmlns:a16="http://schemas.microsoft.com/office/drawing/2014/main" id="{C8344A69-8EB4-8CC8-5026-CFE945034FD3}"/>
                </a:ext>
              </a:extLst>
            </p:cNvPr>
            <p:cNvSpPr/>
            <p:nvPr/>
          </p:nvSpPr>
          <p:spPr>
            <a:xfrm rot="16200000">
              <a:off x="2459421" y="2438398"/>
              <a:ext cx="880109" cy="4724403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E85282E-F87D-5DE8-CF5B-0F8F1119D527}"/>
                </a:ext>
              </a:extLst>
            </p:cNvPr>
            <p:cNvSpPr/>
            <p:nvPr/>
          </p:nvSpPr>
          <p:spPr>
            <a:xfrm>
              <a:off x="537274" y="1882758"/>
              <a:ext cx="2559803" cy="46882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問題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の流れ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9" name="下矢印 18">
              <a:extLst>
                <a:ext uri="{FF2B5EF4-FFF2-40B4-BE49-F238E27FC236}">
                  <a16:creationId xmlns:a16="http://schemas.microsoft.com/office/drawing/2014/main" id="{BA46AD9B-8A2A-76B3-17C4-CB56AB8F5FD0}"/>
                </a:ext>
              </a:extLst>
            </p:cNvPr>
            <p:cNvSpPr/>
            <p:nvPr/>
          </p:nvSpPr>
          <p:spPr>
            <a:xfrm rot="16200000">
              <a:off x="2459421" y="195022"/>
              <a:ext cx="880109" cy="4724403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EBE2C35-4C98-7B28-2F1F-664915C7F50B}"/>
                </a:ext>
              </a:extLst>
            </p:cNvPr>
            <p:cNvSpPr/>
            <p:nvPr/>
          </p:nvSpPr>
          <p:spPr>
            <a:xfrm>
              <a:off x="537274" y="6598122"/>
              <a:ext cx="2559803" cy="468820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政治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の流れ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21" name="下矢印 20">
              <a:extLst>
                <a:ext uri="{FF2B5EF4-FFF2-40B4-BE49-F238E27FC236}">
                  <a16:creationId xmlns:a16="http://schemas.microsoft.com/office/drawing/2014/main" id="{4C658729-3AA9-CA97-E798-53B5E5FD0684}"/>
                </a:ext>
              </a:extLst>
            </p:cNvPr>
            <p:cNvSpPr/>
            <p:nvPr/>
          </p:nvSpPr>
          <p:spPr>
            <a:xfrm rot="16200000">
              <a:off x="2459421" y="4910386"/>
              <a:ext cx="880109" cy="4724403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717AC6E2-22BB-6F67-793D-9970AB4C3FD2}"/>
                </a:ext>
              </a:extLst>
            </p:cNvPr>
            <p:cNvCxnSpPr>
              <a:cxnSpLocks/>
              <a:stCxn id="19" idx="2"/>
              <a:endCxn id="9" idx="1"/>
            </p:cNvCxnSpPr>
            <p:nvPr/>
          </p:nvCxnSpPr>
          <p:spPr>
            <a:xfrm>
              <a:off x="5261677" y="2557223"/>
              <a:ext cx="1976029" cy="2243377"/>
            </a:xfrm>
            <a:prstGeom prst="straightConnector1">
              <a:avLst/>
            </a:prstGeom>
            <a:ln w="76200">
              <a:solidFill>
                <a:schemeClr val="tx1"/>
              </a:solidFill>
              <a:round/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6F9389FD-F0C9-E883-5806-24F0382A9273}"/>
                </a:ext>
              </a:extLst>
            </p:cNvPr>
            <p:cNvCxnSpPr>
              <a:cxnSpLocks/>
              <a:stCxn id="17" idx="2"/>
              <a:endCxn id="9" idx="1"/>
            </p:cNvCxnSpPr>
            <p:nvPr/>
          </p:nvCxnSpPr>
          <p:spPr>
            <a:xfrm>
              <a:off x="5261677" y="4800599"/>
              <a:ext cx="1976029" cy="1"/>
            </a:xfrm>
            <a:prstGeom prst="straightConnector1">
              <a:avLst/>
            </a:prstGeom>
            <a:ln w="76200">
              <a:solidFill>
                <a:schemeClr val="tx1"/>
              </a:solidFill>
              <a:round/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8029D2FC-F467-9BF0-3867-EDF1910559AB}"/>
                </a:ext>
              </a:extLst>
            </p:cNvPr>
            <p:cNvCxnSpPr>
              <a:cxnSpLocks/>
              <a:stCxn id="21" idx="2"/>
              <a:endCxn id="9" idx="1"/>
            </p:cNvCxnSpPr>
            <p:nvPr/>
          </p:nvCxnSpPr>
          <p:spPr>
            <a:xfrm flipV="1">
              <a:off x="5261677" y="4800600"/>
              <a:ext cx="1976029" cy="2471987"/>
            </a:xfrm>
            <a:prstGeom prst="straightConnector1">
              <a:avLst/>
            </a:prstGeom>
            <a:ln w="76200">
              <a:solidFill>
                <a:schemeClr val="tx1"/>
              </a:solidFill>
              <a:round/>
              <a:headEnd type="none" w="med" len="med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下矢印 29">
              <a:extLst>
                <a:ext uri="{FF2B5EF4-FFF2-40B4-BE49-F238E27FC236}">
                  <a16:creationId xmlns:a16="http://schemas.microsoft.com/office/drawing/2014/main" id="{0B9AE945-F070-6372-1844-033C5F193269}"/>
                </a:ext>
              </a:extLst>
            </p:cNvPr>
            <p:cNvSpPr/>
            <p:nvPr/>
          </p:nvSpPr>
          <p:spPr>
            <a:xfrm rot="16200000">
              <a:off x="9850819" y="4269780"/>
              <a:ext cx="880109" cy="1084882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619F8B9D-B854-8B2D-6D69-F1CA308A6A81}"/>
                </a:ext>
              </a:extLst>
            </p:cNvPr>
            <p:cNvSpPr/>
            <p:nvPr/>
          </p:nvSpPr>
          <p:spPr>
            <a:xfrm>
              <a:off x="6492496" y="6619426"/>
              <a:ext cx="3799668" cy="891731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政策企業家</a:t>
              </a:r>
              <a:endParaRPr kumimoji="1" lang="en-US" altLang="ja-JP" sz="3200" b="1" dirty="0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(policy entrepreneur</a:t>
              </a:r>
              <a:r>
                <a:rPr kumimoji="1" lang="ja-JP" altLang="en-US" sz="24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ja-JP" altLang="en-US" sz="140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2" name="下矢印 31">
              <a:extLst>
                <a:ext uri="{FF2B5EF4-FFF2-40B4-BE49-F238E27FC236}">
                  <a16:creationId xmlns:a16="http://schemas.microsoft.com/office/drawing/2014/main" id="{DCDED3ED-6502-0F0C-A47C-F827D363694E}"/>
                </a:ext>
              </a:extLst>
            </p:cNvPr>
            <p:cNvSpPr/>
            <p:nvPr/>
          </p:nvSpPr>
          <p:spPr>
            <a:xfrm rot="10800000">
              <a:off x="7952275" y="5597361"/>
              <a:ext cx="880109" cy="891730"/>
            </a:xfrm>
            <a:prstGeom prst="downArrow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9176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2468D992-3176-F21B-AF12-B3370CCDED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8171274"/>
              </p:ext>
            </p:extLst>
          </p:nvPr>
        </p:nvGraphicFramePr>
        <p:xfrm>
          <a:off x="3456122" y="0"/>
          <a:ext cx="6307810" cy="9601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8995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8B318050-BD07-62B2-4269-86F9EC5DB2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0825591"/>
              </p:ext>
            </p:extLst>
          </p:nvPr>
        </p:nvGraphicFramePr>
        <p:xfrm>
          <a:off x="0" y="1"/>
          <a:ext cx="12801599" cy="9601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43277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361FD2F7-4779-A303-F3A9-AC44774ECCD5}"/>
              </a:ext>
            </a:extLst>
          </p:cNvPr>
          <p:cNvGrpSpPr/>
          <p:nvPr/>
        </p:nvGrpSpPr>
        <p:grpSpPr>
          <a:xfrm>
            <a:off x="931350" y="659819"/>
            <a:ext cx="10938899" cy="8281561"/>
            <a:chOff x="1211772" y="487579"/>
            <a:chExt cx="10938899" cy="8281561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F0124EC8-DE4F-F0FB-48FD-8262D49F291D}"/>
                </a:ext>
              </a:extLst>
            </p:cNvPr>
            <p:cNvSpPr/>
            <p:nvPr/>
          </p:nvSpPr>
          <p:spPr>
            <a:xfrm>
              <a:off x="1211772" y="4293031"/>
              <a:ext cx="10938899" cy="4476109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自民党</a:t>
              </a:r>
              <a:br>
                <a:rPr kumimoji="1" lang="en-US" altLang="ja-JP" sz="3200" b="1" dirty="0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</a:b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91303911-FF9C-0937-56B4-85D8D78F8033}"/>
                </a:ext>
              </a:extLst>
            </p:cNvPr>
            <p:cNvSpPr/>
            <p:nvPr/>
          </p:nvSpPr>
          <p:spPr>
            <a:xfrm>
              <a:off x="1813624" y="5386951"/>
              <a:ext cx="4199720" cy="3090622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政務調査会</a:t>
              </a:r>
              <a:br>
                <a:rPr kumimoji="1" lang="en-US" altLang="ja-JP" sz="3200" b="1" dirty="0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</a:b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282C6A3-CDCE-B51A-CD3E-F1116B67FED3}"/>
                </a:ext>
              </a:extLst>
            </p:cNvPr>
            <p:cNvSpPr txBox="1"/>
            <p:nvPr/>
          </p:nvSpPr>
          <p:spPr>
            <a:xfrm>
              <a:off x="4014063" y="6290888"/>
              <a:ext cx="1751307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部会</a:t>
              </a:r>
              <a:endParaRPr kumimoji="1" lang="ja-JP" altLang="en-US" sz="28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5A516DAA-4861-253D-8B22-A39DD2E2B4F3}"/>
                </a:ext>
              </a:extLst>
            </p:cNvPr>
            <p:cNvSpPr txBox="1"/>
            <p:nvPr/>
          </p:nvSpPr>
          <p:spPr>
            <a:xfrm>
              <a:off x="4014063" y="7210324"/>
              <a:ext cx="1751307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部会</a:t>
              </a:r>
              <a:endParaRPr kumimoji="1" lang="ja-JP" altLang="en-US" sz="28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4F88449-8492-8F51-2A0E-5CF468E99180}"/>
                </a:ext>
              </a:extLst>
            </p:cNvPr>
            <p:cNvSpPr txBox="1"/>
            <p:nvPr/>
          </p:nvSpPr>
          <p:spPr>
            <a:xfrm>
              <a:off x="1961830" y="6290888"/>
              <a:ext cx="1751307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部会</a:t>
              </a:r>
              <a:endParaRPr kumimoji="1" lang="ja-JP" altLang="en-US" sz="28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6D48D1A-DBC0-3155-EEEE-70DB96DE0080}"/>
                </a:ext>
              </a:extLst>
            </p:cNvPr>
            <p:cNvSpPr txBox="1"/>
            <p:nvPr/>
          </p:nvSpPr>
          <p:spPr>
            <a:xfrm>
              <a:off x="1961830" y="7210324"/>
              <a:ext cx="1751307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4000"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部会</a:t>
              </a:r>
              <a:endParaRPr kumimoji="1" lang="ja-JP" altLang="en-US" sz="2800"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B809DADB-B0EA-A509-15B0-B6789930D7D7}"/>
                </a:ext>
              </a:extLst>
            </p:cNvPr>
            <p:cNvSpPr/>
            <p:nvPr/>
          </p:nvSpPr>
          <p:spPr>
            <a:xfrm>
              <a:off x="7089184" y="5386951"/>
              <a:ext cx="4500644" cy="3090622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総務会</a:t>
              </a:r>
              <a:endParaRPr kumimoji="1" lang="en-US" altLang="ja-JP" sz="3200" b="1" dirty="0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en-US" altLang="ja-JP" sz="32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25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名の総務で構成</a:t>
              </a:r>
              <a:endParaRPr kumimoji="1" lang="en-US" altLang="ja-JP" sz="32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平時の最高意思決定機関</a:t>
              </a:r>
              <a:endParaRPr kumimoji="1" lang="en-US" altLang="ja-JP" sz="3200" dirty="0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承認された法案には</a:t>
              </a:r>
              <a:r>
                <a:rPr kumimoji="1" lang="ja-JP" altLang="en-US" sz="3200" b="1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党議拘束</a:t>
              </a:r>
              <a:r>
                <a:rPr kumimoji="1" lang="ja-JP" altLang="en-US" sz="32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がかかる</a:t>
              </a:r>
              <a:br>
                <a:rPr kumimoji="1" lang="en-US" altLang="ja-JP" sz="3200" b="1" dirty="0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</a:b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10" name="右矢印 9">
              <a:extLst>
                <a:ext uri="{FF2B5EF4-FFF2-40B4-BE49-F238E27FC236}">
                  <a16:creationId xmlns:a16="http://schemas.microsoft.com/office/drawing/2014/main" id="{13122E36-2797-BCD3-6EDC-C06E3837DE05}"/>
                </a:ext>
              </a:extLst>
            </p:cNvPr>
            <p:cNvSpPr/>
            <p:nvPr/>
          </p:nvSpPr>
          <p:spPr>
            <a:xfrm>
              <a:off x="6161550" y="6118601"/>
              <a:ext cx="812686" cy="162732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ED8A0879-879A-F012-378D-934584A51056}"/>
                </a:ext>
              </a:extLst>
            </p:cNvPr>
            <p:cNvSpPr/>
            <p:nvPr/>
          </p:nvSpPr>
          <p:spPr>
            <a:xfrm>
              <a:off x="1542407" y="487579"/>
              <a:ext cx="1295076" cy="2901608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法律案作成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1933DC41-54D9-FF0F-D80B-376EE65D6614}"/>
                </a:ext>
              </a:extLst>
            </p:cNvPr>
            <p:cNvSpPr/>
            <p:nvPr/>
          </p:nvSpPr>
          <p:spPr>
            <a:xfrm>
              <a:off x="4501289" y="487579"/>
              <a:ext cx="1295076" cy="2901608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省議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B483B6DB-AF84-2B7E-223B-8397EE705AD0}"/>
                </a:ext>
              </a:extLst>
            </p:cNvPr>
            <p:cNvSpPr/>
            <p:nvPr/>
          </p:nvSpPr>
          <p:spPr>
            <a:xfrm>
              <a:off x="7460171" y="487579"/>
              <a:ext cx="1295076" cy="2901608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閣議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D0EA2A30-6C32-E166-9313-9A94E4AF8601}"/>
                </a:ext>
              </a:extLst>
            </p:cNvPr>
            <p:cNvSpPr/>
            <p:nvPr/>
          </p:nvSpPr>
          <p:spPr>
            <a:xfrm>
              <a:off x="10419053" y="487579"/>
              <a:ext cx="1295076" cy="2901608"/>
            </a:xfrm>
            <a:prstGeom prst="round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法案提出</a:t>
              </a:r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15" name="右矢印 14">
              <a:extLst>
                <a:ext uri="{FF2B5EF4-FFF2-40B4-BE49-F238E27FC236}">
                  <a16:creationId xmlns:a16="http://schemas.microsoft.com/office/drawing/2014/main" id="{A3CAF509-9E11-B20A-F299-EFB544952B98}"/>
                </a:ext>
              </a:extLst>
            </p:cNvPr>
            <p:cNvSpPr/>
            <p:nvPr/>
          </p:nvSpPr>
          <p:spPr>
            <a:xfrm>
              <a:off x="3092562" y="1124722"/>
              <a:ext cx="1153647" cy="162732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右矢印 15">
              <a:extLst>
                <a:ext uri="{FF2B5EF4-FFF2-40B4-BE49-F238E27FC236}">
                  <a16:creationId xmlns:a16="http://schemas.microsoft.com/office/drawing/2014/main" id="{22A6D47D-8256-2448-404D-6062087CBC16}"/>
                </a:ext>
              </a:extLst>
            </p:cNvPr>
            <p:cNvSpPr/>
            <p:nvPr/>
          </p:nvSpPr>
          <p:spPr>
            <a:xfrm>
              <a:off x="6051444" y="1124722"/>
              <a:ext cx="1153647" cy="162732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右矢印 16">
              <a:extLst>
                <a:ext uri="{FF2B5EF4-FFF2-40B4-BE49-F238E27FC236}">
                  <a16:creationId xmlns:a16="http://schemas.microsoft.com/office/drawing/2014/main" id="{B0EDD56B-10A9-3A2F-0593-962FFFC8B6C6}"/>
                </a:ext>
              </a:extLst>
            </p:cNvPr>
            <p:cNvSpPr/>
            <p:nvPr/>
          </p:nvSpPr>
          <p:spPr>
            <a:xfrm>
              <a:off x="9010326" y="1124722"/>
              <a:ext cx="1153647" cy="162732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813D31DB-DF9D-4ABD-BA2A-AC30B5AE2E61}"/>
                </a:ext>
              </a:extLst>
            </p:cNvPr>
            <p:cNvCxnSpPr>
              <a:stCxn id="11" idx="2"/>
            </p:cNvCxnSpPr>
            <p:nvPr/>
          </p:nvCxnSpPr>
          <p:spPr>
            <a:xfrm>
              <a:off x="2189945" y="3389187"/>
              <a:ext cx="2699771" cy="2901701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C2FCCB32-5388-4E51-BFB2-1AD825C79DA7}"/>
                </a:ext>
              </a:extLst>
            </p:cNvPr>
            <p:cNvCxnSpPr>
              <a:cxnSpLocks/>
              <a:stCxn id="13" idx="2"/>
              <a:endCxn id="9" idx="0"/>
            </p:cNvCxnSpPr>
            <p:nvPr/>
          </p:nvCxnSpPr>
          <p:spPr>
            <a:xfrm>
              <a:off x="8107709" y="3389187"/>
              <a:ext cx="1231797" cy="1997764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69782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703D0DBC-671B-5FF9-F9D2-ABE423AFBA5C}"/>
              </a:ext>
            </a:extLst>
          </p:cNvPr>
          <p:cNvGrpSpPr/>
          <p:nvPr/>
        </p:nvGrpSpPr>
        <p:grpSpPr>
          <a:xfrm>
            <a:off x="888679" y="331047"/>
            <a:ext cx="11024242" cy="8716088"/>
            <a:chOff x="1622375" y="315549"/>
            <a:chExt cx="11024242" cy="8716088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C80C4E6E-D69C-E0C0-B81E-0C89BA7B6899}"/>
                </a:ext>
              </a:extLst>
            </p:cNvPr>
            <p:cNvSpPr/>
            <p:nvPr/>
          </p:nvSpPr>
          <p:spPr>
            <a:xfrm>
              <a:off x="1622375" y="1285046"/>
              <a:ext cx="3574506" cy="235767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8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国会無能論</a:t>
              </a:r>
              <a:endParaRPr kumimoji="1" lang="en-US" altLang="ja-JP" sz="4800" b="1" dirty="0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  <a:p>
              <a:pPr algn="ctr"/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8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〜1970s</a:t>
              </a:r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E2FD679B-0C4A-190D-EAE0-250BF0A4E485}"/>
                </a:ext>
              </a:extLst>
            </p:cNvPr>
            <p:cNvSpPr/>
            <p:nvPr/>
          </p:nvSpPr>
          <p:spPr>
            <a:xfrm>
              <a:off x="7604721" y="1285046"/>
              <a:ext cx="3574506" cy="235767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48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粘着性論</a:t>
              </a:r>
              <a:br>
                <a:rPr kumimoji="1" lang="en-US" altLang="ja-JP" sz="4800" b="1" dirty="0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</a:br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8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1980s〜</a:t>
              </a:r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ja-JP" altLang="en-US">
                <a:solidFill>
                  <a:schemeClr val="tx1"/>
                </a:solidFill>
                <a:latin typeface="Hiragino Sans W4" panose="020B0400000000000000" pitchFamily="34" charset="-128"/>
                <a:ea typeface="Hiragino Sans W4" panose="020B0400000000000000" pitchFamily="34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27D75820-6F12-D209-4294-E59DAD1B5BC0}"/>
                </a:ext>
              </a:extLst>
            </p:cNvPr>
            <p:cNvSpPr/>
            <p:nvPr/>
          </p:nvSpPr>
          <p:spPr>
            <a:xfrm>
              <a:off x="6137328" y="569562"/>
              <a:ext cx="6509289" cy="8462075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9F2913D-C8BC-20B2-6066-89269598FCB4}"/>
                </a:ext>
              </a:extLst>
            </p:cNvPr>
            <p:cNvSpPr txBox="1"/>
            <p:nvPr/>
          </p:nvSpPr>
          <p:spPr>
            <a:xfrm>
              <a:off x="6223189" y="315549"/>
              <a:ext cx="2479729" cy="646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600" b="1"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国会機能論</a:t>
              </a:r>
              <a:endParaRPr kumimoji="1" lang="ja-JP" altLang="en-US" sz="2000" b="1">
                <a:latin typeface="Hiragino Sans W6" panose="020B0400000000000000" pitchFamily="34" charset="-128"/>
                <a:ea typeface="Hiragino Sans W6" panose="020B0400000000000000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3C3D8269-5FE6-F0F2-15F1-EB0E1AA43622}"/>
                </a:ext>
              </a:extLst>
            </p:cNvPr>
            <p:cNvSpPr/>
            <p:nvPr/>
          </p:nvSpPr>
          <p:spPr>
            <a:xfrm>
              <a:off x="6364856" y="5389514"/>
              <a:ext cx="2479729" cy="235767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討議</a:t>
              </a:r>
              <a:endParaRPr kumimoji="1" lang="en-US" altLang="ja-JP" sz="3200" b="1" dirty="0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アリーナ論</a:t>
              </a:r>
              <a:br>
                <a:rPr kumimoji="1" lang="en-US" altLang="ja-JP" sz="3200" b="1" dirty="0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</a:br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8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2000</a:t>
              </a:r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ja-JP" altLang="en-US" sz="1100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D9E2B11F-55AC-BF33-E6AA-33BEC9F1C2C0}"/>
                </a:ext>
              </a:extLst>
            </p:cNvPr>
            <p:cNvSpPr/>
            <p:nvPr/>
          </p:nvSpPr>
          <p:spPr>
            <a:xfrm>
              <a:off x="9939362" y="5389514"/>
              <a:ext cx="2479729" cy="235767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3200" b="1">
                  <a:solidFill>
                    <a:schemeClr val="tx1"/>
                  </a:solidFill>
                  <a:latin typeface="Hiragino Sans W7" panose="020B0400000000000000" pitchFamily="34" charset="-128"/>
                  <a:ea typeface="Hiragino Sans W7" panose="020B0400000000000000" pitchFamily="34" charset="-128"/>
                </a:rPr>
                <a:t>多数主義論</a:t>
              </a:r>
              <a:endParaRPr kumimoji="1" lang="en-US" altLang="ja-JP" sz="3200" b="1" dirty="0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  <a:p>
              <a:pPr algn="ctr"/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（</a:t>
              </a:r>
              <a:r>
                <a:rPr kumimoji="1" lang="en-US" altLang="ja-JP" sz="2800" dirty="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2003</a:t>
              </a:r>
              <a:r>
                <a:rPr kumimoji="1" lang="ja-JP" altLang="en-US" sz="2800">
                  <a:solidFill>
                    <a:schemeClr val="tx1"/>
                  </a:solidFill>
                  <a:latin typeface="Hiragino Sans W4" panose="020B0400000000000000" pitchFamily="34" charset="-128"/>
                  <a:ea typeface="Hiragino Sans W4" panose="020B0400000000000000" pitchFamily="34" charset="-128"/>
                </a:rPr>
                <a:t>）</a:t>
              </a:r>
              <a:endParaRPr kumimoji="1" lang="ja-JP" altLang="en-US" sz="1100" b="1">
                <a:solidFill>
                  <a:schemeClr val="tx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endParaRPr>
            </a:p>
          </p:txBody>
        </p:sp>
        <p:sp>
          <p:nvSpPr>
            <p:cNvPr id="12" name="左右矢印 11">
              <a:extLst>
                <a:ext uri="{FF2B5EF4-FFF2-40B4-BE49-F238E27FC236}">
                  <a16:creationId xmlns:a16="http://schemas.microsoft.com/office/drawing/2014/main" id="{C647A906-3E71-EFFD-B545-DE82C707320B}"/>
                </a:ext>
              </a:extLst>
            </p:cNvPr>
            <p:cNvSpPr/>
            <p:nvPr/>
          </p:nvSpPr>
          <p:spPr>
            <a:xfrm>
              <a:off x="5196880" y="2115173"/>
              <a:ext cx="2350795" cy="697424"/>
            </a:xfrm>
            <a:prstGeom prst="left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左右矢印 12">
              <a:extLst>
                <a:ext uri="{FF2B5EF4-FFF2-40B4-BE49-F238E27FC236}">
                  <a16:creationId xmlns:a16="http://schemas.microsoft.com/office/drawing/2014/main" id="{90ED4BC8-4B8B-5DAD-8557-F1287ABE29AB}"/>
                </a:ext>
              </a:extLst>
            </p:cNvPr>
            <p:cNvSpPr/>
            <p:nvPr/>
          </p:nvSpPr>
          <p:spPr>
            <a:xfrm>
              <a:off x="8891988" y="6219641"/>
              <a:ext cx="999971" cy="697424"/>
            </a:xfrm>
            <a:prstGeom prst="left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上矢印 18">
              <a:extLst>
                <a:ext uri="{FF2B5EF4-FFF2-40B4-BE49-F238E27FC236}">
                  <a16:creationId xmlns:a16="http://schemas.microsoft.com/office/drawing/2014/main" id="{D784787D-285B-DE5C-E26C-5BDB16F89AC1}"/>
                </a:ext>
              </a:extLst>
            </p:cNvPr>
            <p:cNvSpPr/>
            <p:nvPr/>
          </p:nvSpPr>
          <p:spPr>
            <a:xfrm rot="2700000">
              <a:off x="8151018" y="3437832"/>
              <a:ext cx="495945" cy="2139773"/>
            </a:xfrm>
            <a:prstGeom prst="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上矢印 19">
              <a:extLst>
                <a:ext uri="{FF2B5EF4-FFF2-40B4-BE49-F238E27FC236}">
                  <a16:creationId xmlns:a16="http://schemas.microsoft.com/office/drawing/2014/main" id="{5CA77F6B-604D-A3A4-0401-95691D893E50}"/>
                </a:ext>
              </a:extLst>
            </p:cNvPr>
            <p:cNvSpPr/>
            <p:nvPr/>
          </p:nvSpPr>
          <p:spPr>
            <a:xfrm rot="18900000">
              <a:off x="10152351" y="3437831"/>
              <a:ext cx="495945" cy="2139773"/>
            </a:xfrm>
            <a:prstGeom prst="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右中かっこ 21">
              <a:extLst>
                <a:ext uri="{FF2B5EF4-FFF2-40B4-BE49-F238E27FC236}">
                  <a16:creationId xmlns:a16="http://schemas.microsoft.com/office/drawing/2014/main" id="{17ABFF5F-A5D8-1C56-47B7-E4710B8CDE7B}"/>
                </a:ext>
              </a:extLst>
            </p:cNvPr>
            <p:cNvSpPr/>
            <p:nvPr/>
          </p:nvSpPr>
          <p:spPr>
            <a:xfrm rot="5400000">
              <a:off x="9209400" y="5106465"/>
              <a:ext cx="401089" cy="6018291"/>
            </a:xfrm>
            <a:prstGeom prst="rightBrace">
              <a:avLst>
                <a:gd name="adj1" fmla="val 24789"/>
                <a:gd name="adj2" fmla="val 50000"/>
              </a:avLst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AF696C5-0A8E-01BF-BA1D-FBC97035FFF8}"/>
                </a:ext>
              </a:extLst>
            </p:cNvPr>
            <p:cNvSpPr txBox="1"/>
            <p:nvPr/>
          </p:nvSpPr>
          <p:spPr>
            <a:xfrm>
              <a:off x="7780148" y="8394249"/>
              <a:ext cx="3259592" cy="5847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3200" b="1">
                  <a:latin typeface="Hiragino Sans W6" panose="020B0400000000000000" pitchFamily="34" charset="-128"/>
                  <a:ea typeface="Hiragino Sans W6" panose="020B0400000000000000" pitchFamily="34" charset="-128"/>
                </a:rPr>
                <a:t>福元＝増山論争</a:t>
              </a:r>
              <a:endParaRPr kumimoji="1" lang="ja-JP" altLang="en-US" b="1">
                <a:latin typeface="Hiragino Sans W6" panose="020B0400000000000000" pitchFamily="34" charset="-128"/>
                <a:ea typeface="Hiragino Sans W6" panose="020B04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894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1571</TotalTime>
  <Words>642</Words>
  <Application>Microsoft Macintosh PowerPoint</Application>
  <PresentationFormat>A3 297x420 mm</PresentationFormat>
  <Paragraphs>254</Paragraphs>
  <Slides>28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8" baseType="lpstr">
      <vt:lpstr>HGPGothicE</vt:lpstr>
      <vt:lpstr>HGPSoeiKakugothicUB</vt:lpstr>
      <vt:lpstr>Hiragino Kaku Gothic StdN W8</vt:lpstr>
      <vt:lpstr>Hiragino Sans W4</vt:lpstr>
      <vt:lpstr>Hiragino Sans W6</vt:lpstr>
      <vt:lpstr>Hiragino Sans W7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淳平 鈴木</dc:creator>
  <cp:lastModifiedBy>SUZUKI JUNPEI</cp:lastModifiedBy>
  <cp:revision>23</cp:revision>
  <dcterms:created xsi:type="dcterms:W3CDTF">2025-10-30T06:11:06Z</dcterms:created>
  <dcterms:modified xsi:type="dcterms:W3CDTF">2026-10-29T00:31:55Z</dcterms:modified>
</cp:coreProperties>
</file>