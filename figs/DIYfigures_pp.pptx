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7"/>
    <p:restoredTop sz="94658"/>
  </p:normalViewPr>
  <p:slideViewPr>
    <p:cSldViewPr snapToGrid="0">
      <p:cViewPr varScale="1">
        <p:scale>
          <a:sx n="82" d="100"/>
          <a:sy n="82" d="100"/>
        </p:scale>
        <p:origin x="2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961</TotalTime>
  <Words>341</Words>
  <Application>Microsoft Macintosh PowerPoint</Application>
  <PresentationFormat>A3 297x420 mm</PresentationFormat>
  <Paragraphs>128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15</cp:revision>
  <dcterms:created xsi:type="dcterms:W3CDTF">2025-10-30T06:11:06Z</dcterms:created>
  <dcterms:modified xsi:type="dcterms:W3CDTF">2026-06-09T05:37:56Z</dcterms:modified>
</cp:coreProperties>
</file>