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35"/>
    <p:restoredTop sz="94658"/>
  </p:normalViewPr>
  <p:slideViewPr>
    <p:cSldViewPr snapToGrid="0">
      <p:cViewPr>
        <p:scale>
          <a:sx n="84" d="100"/>
          <a:sy n="84" d="100"/>
        </p:scale>
        <p:origin x="100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657563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組織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政党間競争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協力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利益集団・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7B2F218-CF48-A4FE-0926-7966C26D5D71}"/>
              </a:ext>
            </a:extLst>
          </p:cNvPr>
          <p:cNvGrpSpPr/>
          <p:nvPr/>
        </p:nvGrpSpPr>
        <p:grpSpPr>
          <a:xfrm>
            <a:off x="178633" y="961086"/>
            <a:ext cx="12338153" cy="6910369"/>
            <a:chOff x="178633" y="961086"/>
            <a:chExt cx="12338153" cy="6910369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3E9CCE8-934C-5797-F658-F8C156A06852}"/>
                </a:ext>
              </a:extLst>
            </p:cNvPr>
            <p:cNvSpPr txBox="1"/>
            <p:nvPr/>
          </p:nvSpPr>
          <p:spPr>
            <a:xfrm>
              <a:off x="3964898" y="4321417"/>
              <a:ext cx="3147936" cy="954107"/>
            </a:xfrm>
            <a:prstGeom prst="rect">
              <a:avLst/>
            </a:prstGeom>
            <a:solidFill>
              <a:schemeClr val="bg1"/>
            </a:solidFill>
            <a:ln w="4762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政党帰属意識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Party Identification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0FAC6CF-EE1D-0ABB-8044-737746F6E59E}"/>
                </a:ext>
              </a:extLst>
            </p:cNvPr>
            <p:cNvSpPr txBox="1"/>
            <p:nvPr/>
          </p:nvSpPr>
          <p:spPr>
            <a:xfrm>
              <a:off x="7965083" y="6772629"/>
              <a:ext cx="228412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争点態度</a:t>
              </a:r>
              <a:endParaRPr kumimoji="1" lang="en-US" altLang="ja-JP" sz="40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328B354-126B-74B5-6D7A-D55D0585D06C}"/>
                </a:ext>
              </a:extLst>
            </p:cNvPr>
            <p:cNvSpPr txBox="1"/>
            <p:nvPr/>
          </p:nvSpPr>
          <p:spPr>
            <a:xfrm>
              <a:off x="7792697" y="2320341"/>
              <a:ext cx="2628901" cy="646331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候補者属性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D167309-68AF-0BC1-04E7-F5E1BA1AA59C}"/>
                </a:ext>
              </a:extLst>
            </p:cNvPr>
            <p:cNvSpPr txBox="1"/>
            <p:nvPr/>
          </p:nvSpPr>
          <p:spPr>
            <a:xfrm>
              <a:off x="11047750" y="4413753"/>
              <a:ext cx="1469036" cy="76944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投票</a:t>
              </a:r>
              <a:endParaRPr kumimoji="1" lang="en-US" altLang="ja-JP" sz="44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B1EEC84-0B87-50B1-CB9B-4020BAD1E782}"/>
                </a:ext>
              </a:extLst>
            </p:cNvPr>
            <p:cNvSpPr txBox="1"/>
            <p:nvPr/>
          </p:nvSpPr>
          <p:spPr>
            <a:xfrm>
              <a:off x="418006" y="3048931"/>
              <a:ext cx="1888762" cy="3970318"/>
            </a:xfrm>
            <a:prstGeom prst="rect">
              <a:avLst/>
            </a:prstGeom>
            <a:solidFill>
              <a:schemeClr val="bg1"/>
            </a:solidFill>
            <a:ln w="12700" cmpd="dbl">
              <a:solidFill>
                <a:schemeClr val="tx1"/>
              </a:solidFill>
              <a:prstDash val="solid"/>
            </a:ln>
          </p:spPr>
          <p:txBody>
            <a:bodyPr wrap="square">
              <a:spAutoFit/>
            </a:bodyPr>
            <a:lstStyle/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年齢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学歴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職業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宗教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人種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階層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3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FCC049C9-AF1C-8DAB-658E-E05B289F5E96}"/>
                </a:ext>
              </a:extLst>
            </p:cNvPr>
            <p:cNvSpPr/>
            <p:nvPr/>
          </p:nvSpPr>
          <p:spPr>
            <a:xfrm>
              <a:off x="2763966" y="3351922"/>
              <a:ext cx="704537" cy="2893101"/>
            </a:xfrm>
            <a:prstGeom prst="right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C4EB1B1-B4D1-17D1-FA21-1FA3DAAEF894}"/>
                </a:ext>
              </a:extLst>
            </p:cNvPr>
            <p:cNvSpPr txBox="1"/>
            <p:nvPr/>
          </p:nvSpPr>
          <p:spPr>
            <a:xfrm>
              <a:off x="178633" y="2133814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社会属性</a:t>
              </a:r>
              <a:endParaRPr lang="ja-JP" altLang="en-US" sz="400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F2C0FA0-BF40-0E37-1913-E910B861FBD1}"/>
                </a:ext>
              </a:extLst>
            </p:cNvPr>
            <p:cNvSpPr/>
            <p:nvPr/>
          </p:nvSpPr>
          <p:spPr>
            <a:xfrm>
              <a:off x="3732552" y="1725488"/>
              <a:ext cx="6760564" cy="6145967"/>
            </a:xfrm>
            <a:prstGeom prst="rect">
              <a:avLst/>
            </a:prstGeom>
            <a:noFill/>
            <a:ln w="254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7F69185-AD4C-5B2E-3E3D-624BBB92FAA4}"/>
                </a:ext>
              </a:extLst>
            </p:cNvPr>
            <p:cNvSpPr txBox="1"/>
            <p:nvPr/>
          </p:nvSpPr>
          <p:spPr>
            <a:xfrm>
              <a:off x="6067112" y="961086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心理変数</a:t>
              </a:r>
              <a:endParaRPr lang="ja-JP" altLang="en-US" sz="400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DD5999A8-6731-7911-40FC-1983236AD614}"/>
                </a:ext>
              </a:extLst>
            </p:cNvPr>
            <p:cNvSpPr txBox="1"/>
            <p:nvPr/>
          </p:nvSpPr>
          <p:spPr>
            <a:xfrm>
              <a:off x="3570076" y="1235565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＜長期要因＞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973C2A8A-9893-96EF-2CFE-B8F8623C0D84}"/>
                </a:ext>
              </a:extLst>
            </p:cNvPr>
            <p:cNvSpPr txBox="1"/>
            <p:nvPr/>
          </p:nvSpPr>
          <p:spPr>
            <a:xfrm>
              <a:off x="8434619" y="1235565"/>
              <a:ext cx="21090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＜短期要因＞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7F396013-598F-417B-1A76-F61F4C2F8E89}"/>
                </a:ext>
              </a:extLst>
            </p:cNvPr>
            <p:cNvCxnSpPr>
              <a:stCxn id="3" idx="0"/>
              <a:endCxn id="6" idx="1"/>
            </p:cNvCxnSpPr>
            <p:nvPr/>
          </p:nvCxnSpPr>
          <p:spPr>
            <a:xfrm flipV="1">
              <a:off x="5538866" y="2643507"/>
              <a:ext cx="2253831" cy="167791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00B8955-454A-0AD8-AE5D-B2E376B8A962}"/>
                </a:ext>
              </a:extLst>
            </p:cNvPr>
            <p:cNvCxnSpPr>
              <a:cxnSpLocks/>
              <a:stCxn id="3" idx="2"/>
              <a:endCxn id="5" idx="1"/>
            </p:cNvCxnSpPr>
            <p:nvPr/>
          </p:nvCxnSpPr>
          <p:spPr>
            <a:xfrm>
              <a:off x="5538866" y="5275524"/>
              <a:ext cx="2426217" cy="185104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84991030-5A58-8AA2-14F5-A70A4F6F402E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7112834" y="4798471"/>
              <a:ext cx="3934916" cy="3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23864B6-8D96-0708-70EC-259E4CDBA46F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>
              <a:off x="10421598" y="2643507"/>
              <a:ext cx="1360670" cy="177024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EBFC494F-A509-135E-DC81-182547F839B2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 flipV="1">
              <a:off x="10249211" y="5183194"/>
              <a:ext cx="1533057" cy="194337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E1ED944-BAAB-4624-9F47-75EB9A7C2C3D}"/>
                </a:ext>
              </a:extLst>
            </p:cNvPr>
            <p:cNvSpPr txBox="1"/>
            <p:nvPr/>
          </p:nvSpPr>
          <p:spPr>
            <a:xfrm rot="3141708">
              <a:off x="10155279" y="3016118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候補者投票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51F7D04-0BEB-19C1-2436-BF72E80BF0B0}"/>
                </a:ext>
              </a:extLst>
            </p:cNvPr>
            <p:cNvSpPr txBox="1"/>
            <p:nvPr/>
          </p:nvSpPr>
          <p:spPr>
            <a:xfrm rot="18439909">
              <a:off x="10168718" y="6089721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争点投票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8D8F90C3-1793-5AA6-38B6-2277BB899320}"/>
                </a:ext>
              </a:extLst>
            </p:cNvPr>
            <p:cNvSpPr txBox="1"/>
            <p:nvPr/>
          </p:nvSpPr>
          <p:spPr>
            <a:xfrm>
              <a:off x="7925125" y="4323282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政党投票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232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55E4A298-FAE9-BB3A-54EC-32A59A72542A}"/>
              </a:ext>
            </a:extLst>
          </p:cNvPr>
          <p:cNvGrpSpPr/>
          <p:nvPr/>
        </p:nvGrpSpPr>
        <p:grpSpPr>
          <a:xfrm>
            <a:off x="727023" y="2136553"/>
            <a:ext cx="11347554" cy="4527793"/>
            <a:chOff x="727023" y="2136553"/>
            <a:chExt cx="11347554" cy="4527793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DE0A01AA-223B-0937-3BA8-420048EB4195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A9BD77A-BB90-88A9-6922-913C329B6103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5A89AB2D-44F6-30E8-77A0-045605532980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00120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AEF5D39-F83C-6499-7B65-158847CF26B7}"/>
                </a:ext>
              </a:extLst>
            </p:cNvPr>
            <p:cNvSpPr txBox="1"/>
            <p:nvPr/>
          </p:nvSpPr>
          <p:spPr>
            <a:xfrm>
              <a:off x="290981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351CA1BD-89F2-C557-346D-6569E935292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10854210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D8BAB6E-650B-FA05-7018-973F9C27DAA8}"/>
                </a:ext>
              </a:extLst>
            </p:cNvPr>
            <p:cNvSpPr txBox="1"/>
            <p:nvPr/>
          </p:nvSpPr>
          <p:spPr>
            <a:xfrm>
              <a:off x="9762815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34A96AD2-1764-3E57-5A74-641A6443E21C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741E8AD4-F3BE-4524-EF4A-E84DC00166D5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右中かっこ 15">
              <a:extLst>
                <a:ext uri="{FF2B5EF4-FFF2-40B4-BE49-F238E27FC236}">
                  <a16:creationId xmlns:a16="http://schemas.microsoft.com/office/drawing/2014/main" id="{D26296EE-4C4C-CD64-18F9-D193FA7E468B}"/>
                </a:ext>
              </a:extLst>
            </p:cNvPr>
            <p:cNvSpPr/>
            <p:nvPr/>
          </p:nvSpPr>
          <p:spPr>
            <a:xfrm rot="5400000">
              <a:off x="8205921" y="3374535"/>
              <a:ext cx="626364" cy="4670213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B42D2180-B1A2-D467-FE50-FC5D748430C9}"/>
                </a:ext>
              </a:extLst>
            </p:cNvPr>
            <p:cNvSpPr txBox="1"/>
            <p:nvPr/>
          </p:nvSpPr>
          <p:spPr>
            <a:xfrm>
              <a:off x="7973641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29" name="右中かっこ 28">
              <a:extLst>
                <a:ext uri="{FF2B5EF4-FFF2-40B4-BE49-F238E27FC236}">
                  <a16:creationId xmlns:a16="http://schemas.microsoft.com/office/drawing/2014/main" id="{AD028ECA-9ECD-7B44-8CD2-9C576768961F}"/>
                </a:ext>
              </a:extLst>
            </p:cNvPr>
            <p:cNvSpPr/>
            <p:nvPr/>
          </p:nvSpPr>
          <p:spPr>
            <a:xfrm rot="5400000">
              <a:off x="4779420" y="4618248"/>
              <a:ext cx="626364" cy="218279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DEC6F89-6AF4-FE52-3301-3BDB897B8872}"/>
                </a:ext>
              </a:extLst>
            </p:cNvPr>
            <p:cNvSpPr txBox="1"/>
            <p:nvPr/>
          </p:nvSpPr>
          <p:spPr>
            <a:xfrm>
              <a:off x="4483802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3pp</a:t>
              </a:r>
              <a:endParaRPr lang="ja-JP" altLang="en-US" sz="280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ACC7B1B6-5A80-2E5E-461F-E558857E6F0A}"/>
                </a:ext>
              </a:extLst>
            </p:cNvPr>
            <p:cNvCxnSpPr/>
            <p:nvPr/>
          </p:nvCxnSpPr>
          <p:spPr>
            <a:xfrm>
              <a:off x="2920749" y="5018499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EF3ABFCC-AEC3-FCD5-6EA6-357583D54C59}"/>
                </a:ext>
              </a:extLst>
            </p:cNvPr>
            <p:cNvSpPr txBox="1"/>
            <p:nvPr/>
          </p:nvSpPr>
          <p:spPr>
            <a:xfrm>
              <a:off x="2311949" y="4431772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16343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83292DC-F4C0-FDB8-60C0-79F8BA659ABC}"/>
              </a:ext>
            </a:extLst>
          </p:cNvPr>
          <p:cNvGrpSpPr/>
          <p:nvPr/>
        </p:nvGrpSpPr>
        <p:grpSpPr>
          <a:xfrm>
            <a:off x="727023" y="2136553"/>
            <a:ext cx="11638306" cy="4536506"/>
            <a:chOff x="727023" y="2136553"/>
            <a:chExt cx="11638306" cy="453650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4BDD96B7-98D8-3FA0-004A-F19F2D8BAF92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92B43085-ADC3-9C51-06E2-375C0B88634E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D85D6DC-1754-3DF0-E8B6-762B6E8994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43357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C09F65C-22D9-DDA1-F199-1A17F0363D59}"/>
                </a:ext>
              </a:extLst>
            </p:cNvPr>
            <p:cNvSpPr txBox="1"/>
            <p:nvPr/>
          </p:nvSpPr>
          <p:spPr>
            <a:xfrm>
              <a:off x="234218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５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67009853-3BE5-58E4-F1AC-38659D39231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273934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0B3A595C-AEDC-DECE-EB0F-CFC7BCA1028E}"/>
                </a:ext>
              </a:extLst>
            </p:cNvPr>
            <p:cNvSpPr txBox="1"/>
            <p:nvPr/>
          </p:nvSpPr>
          <p:spPr>
            <a:xfrm>
              <a:off x="10182539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91D384A-EA43-D1BF-EB4E-B5283DF9BDF4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6E6F00F-5332-1652-32FD-5A55630D1ED6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中かっこ 10">
              <a:extLst>
                <a:ext uri="{FF2B5EF4-FFF2-40B4-BE49-F238E27FC236}">
                  <a16:creationId xmlns:a16="http://schemas.microsoft.com/office/drawing/2014/main" id="{61DF06EC-C4BA-D327-D30F-D4C59855C664}"/>
                </a:ext>
              </a:extLst>
            </p:cNvPr>
            <p:cNvSpPr/>
            <p:nvPr/>
          </p:nvSpPr>
          <p:spPr>
            <a:xfrm rot="5400000">
              <a:off x="8415783" y="3164673"/>
              <a:ext cx="626364" cy="5089937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9B377D7-DB8E-4BCF-F19D-348A1A9709E6}"/>
                </a:ext>
              </a:extLst>
            </p:cNvPr>
            <p:cNvSpPr txBox="1"/>
            <p:nvPr/>
          </p:nvSpPr>
          <p:spPr>
            <a:xfrm>
              <a:off x="8120165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13" name="右中かっこ 12">
              <a:extLst>
                <a:ext uri="{FF2B5EF4-FFF2-40B4-BE49-F238E27FC236}">
                  <a16:creationId xmlns:a16="http://schemas.microsoft.com/office/drawing/2014/main" id="{ED5C94DA-1CEE-70CE-270C-AFCB100D8409}"/>
                </a:ext>
              </a:extLst>
            </p:cNvPr>
            <p:cNvSpPr/>
            <p:nvPr/>
          </p:nvSpPr>
          <p:spPr>
            <a:xfrm rot="5400000">
              <a:off x="4495605" y="4334433"/>
              <a:ext cx="626364" cy="275042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0746537-8608-CC7F-FD95-F75CB3384B74}"/>
                </a:ext>
              </a:extLst>
            </p:cNvPr>
            <p:cNvSpPr txBox="1"/>
            <p:nvPr/>
          </p:nvSpPr>
          <p:spPr>
            <a:xfrm>
              <a:off x="4199987" y="6149839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10pp</a:t>
              </a:r>
              <a:endParaRPr lang="ja-JP" altLang="en-US" sz="2800"/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4CCA7A60-3609-C0AB-8E2C-9412877C68C0}"/>
                </a:ext>
              </a:extLst>
            </p:cNvPr>
            <p:cNvCxnSpPr/>
            <p:nvPr/>
          </p:nvCxnSpPr>
          <p:spPr>
            <a:xfrm>
              <a:off x="4808787" y="4985768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8D332A-66D1-694A-BA5F-0BD103FFD8D3}"/>
                </a:ext>
              </a:extLst>
            </p:cNvPr>
            <p:cNvSpPr txBox="1"/>
            <p:nvPr/>
          </p:nvSpPr>
          <p:spPr>
            <a:xfrm>
              <a:off x="4199987" y="4399041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260619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3FB7F-38AD-6E38-B241-7BEB63E275E7}"/>
              </a:ext>
            </a:extLst>
          </p:cNvPr>
          <p:cNvGrpSpPr/>
          <p:nvPr/>
        </p:nvGrpSpPr>
        <p:grpSpPr>
          <a:xfrm>
            <a:off x="1101783" y="4508212"/>
            <a:ext cx="10662689" cy="768326"/>
            <a:chOff x="1101783" y="4508212"/>
            <a:chExt cx="10662689" cy="76832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905C499-8AD2-07DF-9B07-E09E35DC46E2}"/>
                </a:ext>
              </a:extLst>
            </p:cNvPr>
            <p:cNvCxnSpPr/>
            <p:nvPr/>
          </p:nvCxnSpPr>
          <p:spPr>
            <a:xfrm>
              <a:off x="1858781" y="5276538"/>
              <a:ext cx="930889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25AEA0C4-DE11-698B-4BBC-5E390162DA93}"/>
                </a:ext>
              </a:extLst>
            </p:cNvPr>
            <p:cNvSpPr txBox="1"/>
            <p:nvPr/>
          </p:nvSpPr>
          <p:spPr>
            <a:xfrm>
              <a:off x="1101783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左派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B526EA3-0CDB-7C36-0F40-36597206FFDA}"/>
                </a:ext>
              </a:extLst>
            </p:cNvPr>
            <p:cNvSpPr txBox="1"/>
            <p:nvPr/>
          </p:nvSpPr>
          <p:spPr>
            <a:xfrm>
              <a:off x="10250476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右派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65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54E6B92-7806-F36F-3554-564653DE0127}"/>
              </a:ext>
            </a:extLst>
          </p:cNvPr>
          <p:cNvGrpSpPr/>
          <p:nvPr/>
        </p:nvGrpSpPr>
        <p:grpSpPr>
          <a:xfrm>
            <a:off x="155905" y="2097904"/>
            <a:ext cx="12354225" cy="5535944"/>
            <a:chOff x="155905" y="2090409"/>
            <a:chExt cx="12354225" cy="5535944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AB179B89-BD97-8127-E584-FD029C7127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761648" y="3299350"/>
              <a:ext cx="6748482" cy="208363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9FE17E4-5F4F-DAC0-42AF-89D67A5122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5905" y="2090409"/>
              <a:ext cx="4814136" cy="3638311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99CC7510-A02C-38ED-F9A6-B9CF413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34948" y="6950478"/>
              <a:ext cx="1991090" cy="675875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60FA8AE1-66AB-1E6A-7445-FE005B239B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9905" y="6004667"/>
              <a:ext cx="2003095" cy="418692"/>
            </a:xfrm>
            <a:prstGeom prst="rect">
              <a:avLst/>
            </a:prstGeom>
          </p:spPr>
        </p:pic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65D0FD1D-1562-A30D-F15C-1FE78E2D4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228648" y="5768085"/>
              <a:ext cx="1419590" cy="946393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394A7A9F-7EF4-F90A-2525-FFBA855B2352}"/>
                </a:ext>
              </a:extLst>
            </p:cNvPr>
            <p:cNvSpPr/>
            <p:nvPr/>
          </p:nvSpPr>
          <p:spPr>
            <a:xfrm>
              <a:off x="4527031" y="3650105"/>
              <a:ext cx="1110138" cy="1031481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167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8EC752E-9A86-CF94-877B-1EEB4699CBAC}"/>
              </a:ext>
            </a:extLst>
          </p:cNvPr>
          <p:cNvGrpSpPr/>
          <p:nvPr/>
        </p:nvGrpSpPr>
        <p:grpSpPr>
          <a:xfrm>
            <a:off x="901930" y="2289500"/>
            <a:ext cx="10732539" cy="4717507"/>
            <a:chOff x="901930" y="2289500"/>
            <a:chExt cx="10732539" cy="471750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1D8D86D2-8C50-0D3B-9540-BCB2B93525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901930" y="2289500"/>
              <a:ext cx="4838469" cy="471750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871B4A9-70B0-567F-6509-8D6C55C4F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6795999" y="2551246"/>
              <a:ext cx="4838470" cy="4261642"/>
            </a:xfrm>
            <a:prstGeom prst="rect">
              <a:avLst/>
            </a:prstGeom>
          </p:spPr>
        </p:pic>
        <p:sp>
          <p:nvSpPr>
            <p:cNvPr id="6" name="爆発 1 5">
              <a:extLst>
                <a:ext uri="{FF2B5EF4-FFF2-40B4-BE49-F238E27FC236}">
                  <a16:creationId xmlns:a16="http://schemas.microsoft.com/office/drawing/2014/main" id="{C8B247BE-92D5-218C-EB9D-723D5675C0D5}"/>
                </a:ext>
              </a:extLst>
            </p:cNvPr>
            <p:cNvSpPr/>
            <p:nvPr/>
          </p:nvSpPr>
          <p:spPr>
            <a:xfrm>
              <a:off x="5700883" y="4572000"/>
              <a:ext cx="1395555" cy="103835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3355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3B0EA27-4F4A-7BE6-5D5E-917326157226}"/>
              </a:ext>
            </a:extLst>
          </p:cNvPr>
          <p:cNvGrpSpPr/>
          <p:nvPr/>
        </p:nvGrpSpPr>
        <p:grpSpPr>
          <a:xfrm>
            <a:off x="449705" y="2287730"/>
            <a:ext cx="11889074" cy="5635130"/>
            <a:chOff x="449705" y="2287730"/>
            <a:chExt cx="11889074" cy="563513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F7E0781-FA57-D187-5DE0-E36EB4DBC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03068" y="2287730"/>
              <a:ext cx="6535711" cy="1879176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59428A4-4822-DCA4-899A-FFA8E58151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50112" y="4044950"/>
              <a:ext cx="4691920" cy="1141796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D5A35544-6C18-D92B-1EDF-FD63CF408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9705" y="2921424"/>
              <a:ext cx="4635301" cy="1879176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05867858-962A-CA46-8AC2-01A1C3E061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90831" y="6208984"/>
              <a:ext cx="3937834" cy="1713876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7A41B520-DCA2-EC9C-033C-0F4F0724B746}"/>
                </a:ext>
              </a:extLst>
            </p:cNvPr>
            <p:cNvSpPr/>
            <p:nvPr/>
          </p:nvSpPr>
          <p:spPr>
            <a:xfrm>
              <a:off x="5304618" y="4103926"/>
              <a:ext cx="1049311" cy="93958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" name="グラフィックス 10" descr="手のひら 枠線">
              <a:extLst>
                <a:ext uri="{FF2B5EF4-FFF2-40B4-BE49-F238E27FC236}">
                  <a16:creationId xmlns:a16="http://schemas.microsoft.com/office/drawing/2014/main" id="{12087A20-AE75-1625-11EB-9A6563BA6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3525238">
              <a:off x="2917670" y="4677357"/>
              <a:ext cx="1423582" cy="1423582"/>
            </a:xfrm>
            <a:prstGeom prst="rect">
              <a:avLst/>
            </a:prstGeom>
          </p:spPr>
        </p:pic>
        <p:pic>
          <p:nvPicPr>
            <p:cNvPr id="17" name="グラフィックス 16" descr="手のひら 枠線">
              <a:extLst>
                <a:ext uri="{FF2B5EF4-FFF2-40B4-BE49-F238E27FC236}">
                  <a16:creationId xmlns:a16="http://schemas.microsoft.com/office/drawing/2014/main" id="{D34FAD1A-22D2-1FE0-FA1A-F5B57B6426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9201914" flipH="1">
              <a:off x="7635297" y="5212335"/>
              <a:ext cx="1423582" cy="14235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4596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06E8A9F-D814-836F-3AA7-ED3DE5350AFE}"/>
              </a:ext>
            </a:extLst>
          </p:cNvPr>
          <p:cNvGrpSpPr/>
          <p:nvPr/>
        </p:nvGrpSpPr>
        <p:grpSpPr>
          <a:xfrm>
            <a:off x="163905" y="2667201"/>
            <a:ext cx="12473790" cy="5290803"/>
            <a:chOff x="-159870" y="2545281"/>
            <a:chExt cx="13144344" cy="557522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6A5DD93-333C-794A-0E7C-DA7E2DC03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34233" y="3469764"/>
              <a:ext cx="2150241" cy="215024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B90E74-EDD4-5120-1C51-0D5B92AF4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59870" y="3469765"/>
              <a:ext cx="2150241" cy="2150241"/>
            </a:xfrm>
            <a:prstGeom prst="rect">
              <a:avLst/>
            </a:prstGeom>
          </p:spPr>
        </p:pic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3D9561A-70D4-CBC4-9B48-C0461EE32F14}"/>
                </a:ext>
              </a:extLst>
            </p:cNvPr>
            <p:cNvGrpSpPr/>
            <p:nvPr/>
          </p:nvGrpSpPr>
          <p:grpSpPr>
            <a:xfrm>
              <a:off x="3183410" y="2545281"/>
              <a:ext cx="6720447" cy="3759034"/>
              <a:chOff x="2698959" y="686302"/>
              <a:chExt cx="7403682" cy="4141197"/>
            </a:xfrm>
          </p:grpSpPr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40B5E5C9-1957-04B8-1891-00832B1EC1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58838" y="1235622"/>
                <a:ext cx="2279858" cy="2837998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B711A6FA-42E9-08CE-AB49-EEC8F02F7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97159" y="3022017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68E3096-8E9A-4E7C-E77C-3B0D7DBD67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293093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6EFE1DD9-9E9F-0310-B7E2-05FDDEC06C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98959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BDACC4AB-D322-95AC-1FB5-214BB0D87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98959" y="3022017"/>
                <a:ext cx="1805482" cy="1805482"/>
              </a:xfrm>
              <a:prstGeom prst="rect">
                <a:avLst/>
              </a:prstGeom>
            </p:spPr>
          </p:pic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4628CB2-D313-7334-C973-3A641E9162E7}"/>
                  </a:ext>
                </a:extLst>
              </p:cNvPr>
              <p:cNvGrpSpPr/>
              <p:nvPr/>
            </p:nvGrpSpPr>
            <p:grpSpPr>
              <a:xfrm rot="19714876">
                <a:off x="4512288" y="3047752"/>
                <a:ext cx="897769" cy="917340"/>
                <a:chOff x="4602268" y="3181912"/>
                <a:chExt cx="934691" cy="774368"/>
              </a:xfrm>
            </p:grpSpPr>
            <p:pic>
              <p:nvPicPr>
                <p:cNvPr id="18" name="グラフィックス 17" descr="手のひら 枠線">
                  <a:extLst>
                    <a:ext uri="{FF2B5EF4-FFF2-40B4-BE49-F238E27FC236}">
                      <a16:creationId xmlns:a16="http://schemas.microsoft.com/office/drawing/2014/main" id="{B768393D-7A0A-E468-160F-31A98D871D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19" name="グラフィックス 18" descr="保護の手 枠線">
                  <a:extLst>
                    <a:ext uri="{FF2B5EF4-FFF2-40B4-BE49-F238E27FC236}">
                      <a16:creationId xmlns:a16="http://schemas.microsoft.com/office/drawing/2014/main" id="{7BD03947-E06F-C1AC-FF5D-6789D7713C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4CC48456-ECF2-9A42-0A6B-2DFA2092063A}"/>
                  </a:ext>
                </a:extLst>
              </p:cNvPr>
              <p:cNvGrpSpPr/>
              <p:nvPr/>
            </p:nvGrpSpPr>
            <p:grpSpPr>
              <a:xfrm rot="1885124" flipH="1">
                <a:off x="7148193" y="3161867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1" name="グラフィックス 20" descr="手のひら 枠線">
                  <a:extLst>
                    <a:ext uri="{FF2B5EF4-FFF2-40B4-BE49-F238E27FC236}">
                      <a16:creationId xmlns:a16="http://schemas.microsoft.com/office/drawing/2014/main" id="{ED0954FF-6FD3-205B-0F04-AC9FFF885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2" name="グラフィックス 21" descr="保護の手 枠線">
                  <a:extLst>
                    <a:ext uri="{FF2B5EF4-FFF2-40B4-BE49-F238E27FC236}">
                      <a16:creationId xmlns:a16="http://schemas.microsoft.com/office/drawing/2014/main" id="{28549914-5818-E13D-F138-E038AAFD8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0A02241-FE79-49F8-01BD-93A0489B1EDC}"/>
                  </a:ext>
                </a:extLst>
              </p:cNvPr>
              <p:cNvGrpSpPr/>
              <p:nvPr/>
            </p:nvGrpSpPr>
            <p:grpSpPr>
              <a:xfrm rot="728023" flipH="1">
                <a:off x="4385854" y="1654881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4" name="グラフィックス 23" descr="手のひら 枠線">
                  <a:extLst>
                    <a:ext uri="{FF2B5EF4-FFF2-40B4-BE49-F238E27FC236}">
                      <a16:creationId xmlns:a16="http://schemas.microsoft.com/office/drawing/2014/main" id="{6812ED9D-82FC-F4E0-D2EF-AE62573C94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5" name="グラフィックス 24" descr="保護の手 枠線">
                  <a:extLst>
                    <a:ext uri="{FF2B5EF4-FFF2-40B4-BE49-F238E27FC236}">
                      <a16:creationId xmlns:a16="http://schemas.microsoft.com/office/drawing/2014/main" id="{A83171FE-A318-710F-D02A-FE517D985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E30D3F02-1B4A-988B-6849-9F77E2143936}"/>
                  </a:ext>
                </a:extLst>
              </p:cNvPr>
              <p:cNvGrpSpPr/>
              <p:nvPr/>
            </p:nvGrpSpPr>
            <p:grpSpPr>
              <a:xfrm rot="20871977">
                <a:off x="7513912" y="1649244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7" name="グラフィックス 26" descr="手のひら 枠線">
                  <a:extLst>
                    <a:ext uri="{FF2B5EF4-FFF2-40B4-BE49-F238E27FC236}">
                      <a16:creationId xmlns:a16="http://schemas.microsoft.com/office/drawing/2014/main" id="{7A75D15A-7434-019D-7303-74C4879C39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保護の手 枠線">
                  <a:extLst>
                    <a:ext uri="{FF2B5EF4-FFF2-40B4-BE49-F238E27FC236}">
                      <a16:creationId xmlns:a16="http://schemas.microsoft.com/office/drawing/2014/main" id="{0DF26F29-313C-AB45-A603-6895325E45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CA84DEA7-A6FF-68A1-80D8-86D79E9FD86A}"/>
                </a:ext>
              </a:extLst>
            </p:cNvPr>
            <p:cNvGrpSpPr/>
            <p:nvPr/>
          </p:nvGrpSpPr>
          <p:grpSpPr>
            <a:xfrm>
              <a:off x="2039507" y="3358485"/>
              <a:ext cx="1252724" cy="2015680"/>
              <a:chOff x="1974676" y="3681372"/>
              <a:chExt cx="1252724" cy="2015680"/>
            </a:xfrm>
          </p:grpSpPr>
          <p:pic>
            <p:nvPicPr>
              <p:cNvPr id="30" name="グラフィックス 29" descr="挙手 単色塗りつぶし">
                <a:extLst>
                  <a:ext uri="{FF2B5EF4-FFF2-40B4-BE49-F238E27FC236}">
                    <a16:creationId xmlns:a16="http://schemas.microsoft.com/office/drawing/2014/main" id="{F8AC979E-EA43-EEF4-1C59-42FE57EF23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33" name="爆発 1 32">
                <a:extLst>
                  <a:ext uri="{FF2B5EF4-FFF2-40B4-BE49-F238E27FC236}">
                    <a16:creationId xmlns:a16="http://schemas.microsoft.com/office/drawing/2014/main" id="{E713EA43-AD2D-EFEF-0253-9C4E0E27223F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5CF32B2-B298-22EF-FB8C-5AF9550BAC02}"/>
                </a:ext>
              </a:extLst>
            </p:cNvPr>
            <p:cNvSpPr txBox="1"/>
            <p:nvPr/>
          </p:nvSpPr>
          <p:spPr>
            <a:xfrm>
              <a:off x="4606552" y="7166395"/>
              <a:ext cx="3870470" cy="95410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反システム政党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anti-system parties</a:t>
              </a:r>
              <a:endParaRPr lang="ja-JP" altLang="en-US" sz="36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E9CC1D99-0AD7-42E1-8275-E437E7394A7D}"/>
                </a:ext>
              </a:extLst>
            </p:cNvPr>
            <p:cNvGrpSpPr/>
            <p:nvPr/>
          </p:nvGrpSpPr>
          <p:grpSpPr>
            <a:xfrm flipH="1">
              <a:off x="9585709" y="3229722"/>
              <a:ext cx="1252724" cy="2015680"/>
              <a:chOff x="1974676" y="3681372"/>
              <a:chExt cx="1252724" cy="2015680"/>
            </a:xfrm>
          </p:grpSpPr>
          <p:pic>
            <p:nvPicPr>
              <p:cNvPr id="52" name="グラフィックス 51" descr="挙手 単色塗りつぶし">
                <a:extLst>
                  <a:ext uri="{FF2B5EF4-FFF2-40B4-BE49-F238E27FC236}">
                    <a16:creationId xmlns:a16="http://schemas.microsoft.com/office/drawing/2014/main" id="{4EBC70E3-2CF1-F576-46D9-5EBE303A3F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53" name="爆発 1 52">
                <a:extLst>
                  <a:ext uri="{FF2B5EF4-FFF2-40B4-BE49-F238E27FC236}">
                    <a16:creationId xmlns:a16="http://schemas.microsoft.com/office/drawing/2014/main" id="{C9D19384-CA44-0E04-6985-D5143B7E2659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55" name="曲線コネクタ 54">
              <a:extLst>
                <a:ext uri="{FF2B5EF4-FFF2-40B4-BE49-F238E27FC236}">
                  <a16:creationId xmlns:a16="http://schemas.microsoft.com/office/drawing/2014/main" id="{D37115D8-A875-D4D4-A78A-205E80D9F415}"/>
                </a:ext>
              </a:extLst>
            </p:cNvPr>
            <p:cNvCxnSpPr>
              <a:stCxn id="37" idx="3"/>
              <a:endCxn id="5" idx="2"/>
            </p:cNvCxnSpPr>
            <p:nvPr/>
          </p:nvCxnSpPr>
          <p:spPr>
            <a:xfrm flipV="1">
              <a:off x="8477022" y="5620005"/>
              <a:ext cx="3432332" cy="2023443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曲線コネクタ 55">
              <a:extLst>
                <a:ext uri="{FF2B5EF4-FFF2-40B4-BE49-F238E27FC236}">
                  <a16:creationId xmlns:a16="http://schemas.microsoft.com/office/drawing/2014/main" id="{1CFFDF0D-886B-4DE8-2381-0F950BA94E42}"/>
                </a:ext>
              </a:extLst>
            </p:cNvPr>
            <p:cNvCxnSpPr>
              <a:cxnSpLocks/>
              <a:stCxn id="37" idx="1"/>
              <a:endCxn id="7" idx="2"/>
            </p:cNvCxnSpPr>
            <p:nvPr/>
          </p:nvCxnSpPr>
          <p:spPr>
            <a:xfrm rot="10800000">
              <a:off x="915252" y="5620007"/>
              <a:ext cx="3691301" cy="2023442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6861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626</TotalTime>
  <Words>219</Words>
  <Application>Microsoft Macintosh PowerPoint</Application>
  <PresentationFormat>A3 297x420 mm</PresentationFormat>
  <Paragraphs>102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8" baseType="lpstr">
      <vt:lpstr>HGPGothicE</vt:lpstr>
      <vt:lpstr>HGPSoeiKakugothicUB</vt:lpstr>
      <vt:lpstr>Hiragino Kaku Gothic StdN W8</vt:lpstr>
      <vt:lpstr>Hiragino Sans W4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SUZUKI JUNPEI</cp:lastModifiedBy>
  <cp:revision>12</cp:revision>
  <dcterms:created xsi:type="dcterms:W3CDTF">2025-10-30T06:11:06Z</dcterms:created>
  <dcterms:modified xsi:type="dcterms:W3CDTF">2026-05-23T08:21:05Z</dcterms:modified>
</cp:coreProperties>
</file>