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84"/>
    <p:restoredTop sz="94658"/>
  </p:normalViewPr>
  <p:slideViewPr>
    <p:cSldViewPr snapToGrid="0">
      <p:cViewPr>
        <p:scale>
          <a:sx n="91" d="100"/>
          <a:sy n="91" d="100"/>
        </p:scale>
        <p:origin x="44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8E344A5-66AA-23F5-BB80-47D17C82CBE9}"/>
              </a:ext>
            </a:extLst>
          </p:cNvPr>
          <p:cNvGrpSpPr/>
          <p:nvPr/>
        </p:nvGrpSpPr>
        <p:grpSpPr>
          <a:xfrm>
            <a:off x="658678" y="1013201"/>
            <a:ext cx="11484244" cy="7574797"/>
            <a:chOff x="658678" y="1013201"/>
            <a:chExt cx="11484244" cy="757479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A87287D-EC7F-8015-1E87-67108801A089}"/>
                </a:ext>
              </a:extLst>
            </p:cNvPr>
            <p:cNvSpPr/>
            <p:nvPr/>
          </p:nvSpPr>
          <p:spPr>
            <a:xfrm>
              <a:off x="658678" y="1013201"/>
              <a:ext cx="11484244" cy="757479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19B0345-9895-93B6-E1A1-5C158B3CC400}"/>
                </a:ext>
              </a:extLst>
            </p:cNvPr>
            <p:cNvSpPr txBox="1"/>
            <p:nvPr/>
          </p:nvSpPr>
          <p:spPr>
            <a:xfrm>
              <a:off x="1526581" y="1309404"/>
              <a:ext cx="7849893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利益集団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(interest group)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共通の利益を持つ人々の集合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例：農家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2CF03473-41A3-B639-A4F7-2729DDCF2BE9}"/>
                </a:ext>
              </a:extLst>
            </p:cNvPr>
            <p:cNvSpPr/>
            <p:nvPr/>
          </p:nvSpPr>
          <p:spPr>
            <a:xfrm>
              <a:off x="831742" y="3265057"/>
              <a:ext cx="11138115" cy="502487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47B5695-766B-B7DC-347E-C15ACED8EB61}"/>
                </a:ext>
              </a:extLst>
            </p:cNvPr>
            <p:cNvSpPr txBox="1"/>
            <p:nvPr/>
          </p:nvSpPr>
          <p:spPr>
            <a:xfrm>
              <a:off x="1526581" y="3404828"/>
              <a:ext cx="8624809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(organized interest)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利益集団のうち、</a:t>
              </a:r>
              <a:r>
                <a:rPr lang="ja-JP" altLang="ja-JP" sz="4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組織化</a:t>
              </a:r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されたもの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例：農協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F5EB0E9-082A-C4F9-83C0-F0DC5FFBFC27}"/>
                </a:ext>
              </a:extLst>
            </p:cNvPr>
            <p:cNvSpPr/>
            <p:nvPr/>
          </p:nvSpPr>
          <p:spPr>
            <a:xfrm>
              <a:off x="1048717" y="5360481"/>
              <a:ext cx="10704164" cy="267682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A55CD2-17BB-7C97-9556-C7A5AEF635AA}"/>
                </a:ext>
              </a:extLst>
            </p:cNvPr>
            <p:cNvSpPr txBox="1"/>
            <p:nvPr/>
          </p:nvSpPr>
          <p:spPr>
            <a:xfrm>
              <a:off x="1526581" y="5483176"/>
              <a:ext cx="9849175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圧力団体</a:t>
              </a:r>
              <a:r>
                <a:rPr kumimoji="1" lang="en-US" altLang="ja-JP" sz="4000" u="sng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(pressure group)</a:t>
              </a:r>
            </a:p>
            <a:p>
              <a:r>
                <a:rPr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利益団体のうち、実際に影響力を行使しているもの</a:t>
              </a:r>
              <a:b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※</a:t>
              </a:r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ネガティブなニュアンス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30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D8A4A37-8B26-7801-2D44-63E9D52D1832}"/>
              </a:ext>
            </a:extLst>
          </p:cNvPr>
          <p:cNvGrpSpPr/>
          <p:nvPr/>
        </p:nvGrpSpPr>
        <p:grpSpPr>
          <a:xfrm>
            <a:off x="1223182" y="1845590"/>
            <a:ext cx="11025562" cy="4985287"/>
            <a:chOff x="1223182" y="1845590"/>
            <a:chExt cx="11025562" cy="498528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C5AD7DC-02F5-6716-C639-7BF2A28FA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2194" y="3719592"/>
              <a:ext cx="3111285" cy="311128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4BCFA-133B-FDEA-05CB-F3E1D87E5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7092" y="4677906"/>
              <a:ext cx="6711652" cy="1471047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9656FA9-E0C6-355F-DBE9-E6F769987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3182" y="1845590"/>
              <a:ext cx="5105764" cy="1587284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DA2CA574-BA45-DBA4-62FD-826C5DD5C2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52653" y="1845590"/>
              <a:ext cx="4429627" cy="15872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20683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0D22EA7-51CA-5C92-92CD-1F24458BDEF3}"/>
              </a:ext>
            </a:extLst>
          </p:cNvPr>
          <p:cNvGrpSpPr/>
          <p:nvPr/>
        </p:nvGrpSpPr>
        <p:grpSpPr>
          <a:xfrm>
            <a:off x="746782" y="960895"/>
            <a:ext cx="11358208" cy="6960139"/>
            <a:chOff x="746782" y="960895"/>
            <a:chExt cx="11358208" cy="6960139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5444705F-2363-561C-64FC-2623AAD874DE}"/>
                </a:ext>
              </a:extLst>
            </p:cNvPr>
            <p:cNvSpPr/>
            <p:nvPr/>
          </p:nvSpPr>
          <p:spPr>
            <a:xfrm>
              <a:off x="4613547" y="960895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6E9DF6D-031A-1971-F3D5-77096528DA75}"/>
                </a:ext>
              </a:extLst>
            </p:cNvPr>
            <p:cNvSpPr txBox="1"/>
            <p:nvPr/>
          </p:nvSpPr>
          <p:spPr>
            <a:xfrm>
              <a:off x="5181008" y="1755013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7FA0E5B8-2E62-B7EC-423E-E5231D1C7435}"/>
                </a:ext>
              </a:extLst>
            </p:cNvPr>
            <p:cNvSpPr/>
            <p:nvPr/>
          </p:nvSpPr>
          <p:spPr>
            <a:xfrm>
              <a:off x="1039041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D59E102-84B0-A110-F7BC-22468A9198B8}"/>
                </a:ext>
              </a:extLst>
            </p:cNvPr>
            <p:cNvSpPr txBox="1"/>
            <p:nvPr/>
          </p:nvSpPr>
          <p:spPr>
            <a:xfrm>
              <a:off x="1606502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政治家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E446D13B-6BDA-A05B-FEAB-9B905FE90026}"/>
                </a:ext>
              </a:extLst>
            </p:cNvPr>
            <p:cNvSpPr/>
            <p:nvPr/>
          </p:nvSpPr>
          <p:spPr>
            <a:xfrm>
              <a:off x="8188053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7FB546EF-7C9E-D6B2-137C-4FBE3905C785}"/>
                </a:ext>
              </a:extLst>
            </p:cNvPr>
            <p:cNvSpPr txBox="1"/>
            <p:nvPr/>
          </p:nvSpPr>
          <p:spPr>
            <a:xfrm>
              <a:off x="8755514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官僚</a:t>
              </a:r>
            </a:p>
          </p:txBody>
        </p:sp>
        <p:sp>
          <p:nvSpPr>
            <p:cNvPr id="11" name="下矢印 10">
              <a:extLst>
                <a:ext uri="{FF2B5EF4-FFF2-40B4-BE49-F238E27FC236}">
                  <a16:creationId xmlns:a16="http://schemas.microsoft.com/office/drawing/2014/main" id="{1CCE5B5A-1AD2-EFF1-13E5-254A8536B666}"/>
                </a:ext>
              </a:extLst>
            </p:cNvPr>
            <p:cNvSpPr/>
            <p:nvPr/>
          </p:nvSpPr>
          <p:spPr>
            <a:xfrm rot="16200000">
              <a:off x="6230318" y="4580870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下矢印 11">
              <a:extLst>
                <a:ext uri="{FF2B5EF4-FFF2-40B4-BE49-F238E27FC236}">
                  <a16:creationId xmlns:a16="http://schemas.microsoft.com/office/drawing/2014/main" id="{55CA0CD9-1DC7-3559-EFB7-C8F49DE89332}"/>
                </a:ext>
              </a:extLst>
            </p:cNvPr>
            <p:cNvSpPr/>
            <p:nvPr/>
          </p:nvSpPr>
          <p:spPr>
            <a:xfrm rot="5400000">
              <a:off x="6230316" y="5691276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E99B7208-9C26-596C-840F-DE7F6601286F}"/>
                </a:ext>
              </a:extLst>
            </p:cNvPr>
            <p:cNvGrpSpPr/>
            <p:nvPr/>
          </p:nvGrpSpPr>
          <p:grpSpPr>
            <a:xfrm rot="18946011">
              <a:off x="1789026" y="3149823"/>
              <a:ext cx="2898185" cy="1451370"/>
              <a:chOff x="1715361" y="2648985"/>
              <a:chExt cx="2898185" cy="1451370"/>
            </a:xfrm>
          </p:grpSpPr>
          <p:sp>
            <p:nvSpPr>
              <p:cNvPr id="13" name="下矢印 12">
                <a:extLst>
                  <a:ext uri="{FF2B5EF4-FFF2-40B4-BE49-F238E27FC236}">
                    <a16:creationId xmlns:a16="http://schemas.microsoft.com/office/drawing/2014/main" id="{EA18E6E5-13B3-BE80-A13F-ADA4F1FDDC02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下矢印 13">
                <a:extLst>
                  <a:ext uri="{FF2B5EF4-FFF2-40B4-BE49-F238E27FC236}">
                    <a16:creationId xmlns:a16="http://schemas.microsoft.com/office/drawing/2014/main" id="{330F52D8-5313-25BD-FB15-5251A8E29851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7D5E2D45-F751-8ECD-D05D-F2FC3F014C8C}"/>
                </a:ext>
              </a:extLst>
            </p:cNvPr>
            <p:cNvGrpSpPr/>
            <p:nvPr/>
          </p:nvGrpSpPr>
          <p:grpSpPr>
            <a:xfrm rot="2748835">
              <a:off x="8128519" y="3135727"/>
              <a:ext cx="2898185" cy="1451370"/>
              <a:chOff x="1715361" y="2648985"/>
              <a:chExt cx="2898185" cy="1451370"/>
            </a:xfrm>
          </p:grpSpPr>
          <p:sp>
            <p:nvSpPr>
              <p:cNvPr id="17" name="下矢印 16">
                <a:extLst>
                  <a:ext uri="{FF2B5EF4-FFF2-40B4-BE49-F238E27FC236}">
                    <a16:creationId xmlns:a16="http://schemas.microsoft.com/office/drawing/2014/main" id="{BEFCFB73-255E-966C-88CD-0C407AA17A91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下矢印 17">
                <a:extLst>
                  <a:ext uri="{FF2B5EF4-FFF2-40B4-BE49-F238E27FC236}">
                    <a16:creationId xmlns:a16="http://schemas.microsoft.com/office/drawing/2014/main" id="{C867BBAA-D320-7BE8-CE54-2E28DA1FF54F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029790-E533-3F8E-89E7-8548F16BC61C}"/>
                </a:ext>
              </a:extLst>
            </p:cNvPr>
            <p:cNvSpPr txBox="1"/>
            <p:nvPr/>
          </p:nvSpPr>
          <p:spPr>
            <a:xfrm>
              <a:off x="746782" y="2890633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票・カネ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79380E9C-19C4-BC66-57FE-2067E6F0FC95}"/>
                </a:ext>
              </a:extLst>
            </p:cNvPr>
            <p:cNvSpPr txBox="1"/>
            <p:nvPr/>
          </p:nvSpPr>
          <p:spPr>
            <a:xfrm>
              <a:off x="3625416" y="4215825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80E85C4-3030-DCF6-3F08-ECAAE2EBDB97}"/>
                </a:ext>
              </a:extLst>
            </p:cNvPr>
            <p:cNvSpPr txBox="1"/>
            <p:nvPr/>
          </p:nvSpPr>
          <p:spPr>
            <a:xfrm>
              <a:off x="6861250" y="4214929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4BBBE1B-0E12-E3C5-A459-EFA5642BC3E1}"/>
                </a:ext>
              </a:extLst>
            </p:cNvPr>
            <p:cNvSpPr txBox="1"/>
            <p:nvPr/>
          </p:nvSpPr>
          <p:spPr>
            <a:xfrm>
              <a:off x="9665407" y="2379392"/>
              <a:ext cx="2439583" cy="107721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天下り先・</a:t>
              </a:r>
              <a:endParaRPr kumimoji="1" lang="en-US" altLang="ja-JP" sz="32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政策支援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D43D604-E3CB-1680-8903-7B7D4E56D270}"/>
                </a:ext>
              </a:extLst>
            </p:cNvPr>
            <p:cNvSpPr txBox="1"/>
            <p:nvPr/>
          </p:nvSpPr>
          <p:spPr>
            <a:xfrm>
              <a:off x="4708306" y="7336259"/>
              <a:ext cx="314158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専門知識・情報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8A9BD05C-8695-B7EF-B3DE-072F73488E87}"/>
                </a:ext>
              </a:extLst>
            </p:cNvPr>
            <p:cNvSpPr txBox="1"/>
            <p:nvPr/>
          </p:nvSpPr>
          <p:spPr>
            <a:xfrm>
              <a:off x="4819803" y="5276757"/>
              <a:ext cx="316199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出世のチャンス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9324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グループ化 73">
            <a:extLst>
              <a:ext uri="{FF2B5EF4-FFF2-40B4-BE49-F238E27FC236}">
                <a16:creationId xmlns:a16="http://schemas.microsoft.com/office/drawing/2014/main" id="{D886DFFB-752D-DC17-E3AA-2176F4D591FE}"/>
              </a:ext>
            </a:extLst>
          </p:cNvPr>
          <p:cNvGrpSpPr/>
          <p:nvPr/>
        </p:nvGrpSpPr>
        <p:grpSpPr>
          <a:xfrm>
            <a:off x="790413" y="382291"/>
            <a:ext cx="11220774" cy="8073574"/>
            <a:chOff x="790413" y="382291"/>
            <a:chExt cx="11220774" cy="8073574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3E923A2-EE39-7369-77B7-883247458A0C}"/>
                </a:ext>
              </a:extLst>
            </p:cNvPr>
            <p:cNvSpPr/>
            <p:nvPr/>
          </p:nvSpPr>
          <p:spPr>
            <a:xfrm>
              <a:off x="5262001" y="382291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006AF209-8C92-4D26-0A78-686B7ED4A35A}"/>
                </a:ext>
              </a:extLst>
            </p:cNvPr>
            <p:cNvGrpSpPr/>
            <p:nvPr/>
          </p:nvGrpSpPr>
          <p:grpSpPr>
            <a:xfrm>
              <a:off x="790413" y="2522350"/>
              <a:ext cx="2774196" cy="3006385"/>
              <a:chOff x="790413" y="2522350"/>
              <a:chExt cx="2774196" cy="3006385"/>
            </a:xfrm>
          </p:grpSpPr>
          <p:sp>
            <p:nvSpPr>
              <p:cNvPr id="14" name="三角形 13">
                <a:extLst>
                  <a:ext uri="{FF2B5EF4-FFF2-40B4-BE49-F238E27FC236}">
                    <a16:creationId xmlns:a16="http://schemas.microsoft.com/office/drawing/2014/main" id="{4581BE06-BA1B-D0DA-B4D2-DA1FA0078F60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5FA0376-5357-1925-E846-0C8DF11FE858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9A420F46-B2C1-CDB5-8618-C3F0A7373B66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C7F637D0-C1B3-B230-40F4-28E0FC9D99DF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38CD63C-67C4-8F23-7EAF-26AB30879826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96EE3A86-64E8-F48A-18AC-3461D8357316}"/>
                </a:ext>
              </a:extLst>
            </p:cNvPr>
            <p:cNvGrpSpPr/>
            <p:nvPr/>
          </p:nvGrpSpPr>
          <p:grpSpPr>
            <a:xfrm>
              <a:off x="2245436" y="5449480"/>
              <a:ext cx="2774196" cy="3006385"/>
              <a:chOff x="790413" y="2522350"/>
              <a:chExt cx="2774196" cy="3006385"/>
            </a:xfrm>
          </p:grpSpPr>
          <p:sp>
            <p:nvSpPr>
              <p:cNvPr id="22" name="三角形 21">
                <a:extLst>
                  <a:ext uri="{FF2B5EF4-FFF2-40B4-BE49-F238E27FC236}">
                    <a16:creationId xmlns:a16="http://schemas.microsoft.com/office/drawing/2014/main" id="{92273071-5427-591A-5469-74DAF2B71FF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D9B168C9-3980-83D9-4173-3E7CACF154F3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0F7B4B6D-E771-FAE3-9C01-7CE84D649394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08086261-372F-4EEE-2452-8531904E25E0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AD4A64B-992A-BB04-FC14-B6E83E955088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96888A0-07EE-9A21-BECD-71D2E7F8B392}"/>
                </a:ext>
              </a:extLst>
            </p:cNvPr>
            <p:cNvGrpSpPr/>
            <p:nvPr/>
          </p:nvGrpSpPr>
          <p:grpSpPr>
            <a:xfrm>
              <a:off x="7781968" y="5437816"/>
              <a:ext cx="2774196" cy="3018049"/>
              <a:chOff x="790413" y="2522350"/>
              <a:chExt cx="2774196" cy="3018049"/>
            </a:xfrm>
          </p:grpSpPr>
          <p:sp>
            <p:nvSpPr>
              <p:cNvPr id="28" name="三角形 27">
                <a:extLst>
                  <a:ext uri="{FF2B5EF4-FFF2-40B4-BE49-F238E27FC236}">
                    <a16:creationId xmlns:a16="http://schemas.microsoft.com/office/drawing/2014/main" id="{8C1BE2F5-D621-F855-98D7-430D2FA7742A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円/楕円 28">
                <a:extLst>
                  <a:ext uri="{FF2B5EF4-FFF2-40B4-BE49-F238E27FC236}">
                    <a16:creationId xmlns:a16="http://schemas.microsoft.com/office/drawing/2014/main" id="{6B8D3128-4FF5-7749-3382-A669E04FC76F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B50D5708-E2FB-153B-7466-E57ED57CE1AF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8782C489-C147-04B9-40D3-16838A1F5315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9ECEC042-3289-4801-33D9-2DB0B1D712BD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19EA6FE8-818B-EEE6-6CF6-47B5643EB5A0}"/>
                </a:ext>
              </a:extLst>
            </p:cNvPr>
            <p:cNvGrpSpPr/>
            <p:nvPr/>
          </p:nvGrpSpPr>
          <p:grpSpPr>
            <a:xfrm>
              <a:off x="9236991" y="2522350"/>
              <a:ext cx="2774196" cy="3018049"/>
              <a:chOff x="790413" y="2522350"/>
              <a:chExt cx="2774196" cy="3018049"/>
            </a:xfrm>
          </p:grpSpPr>
          <p:sp>
            <p:nvSpPr>
              <p:cNvPr id="34" name="三角形 33">
                <a:extLst>
                  <a:ext uri="{FF2B5EF4-FFF2-40B4-BE49-F238E27FC236}">
                    <a16:creationId xmlns:a16="http://schemas.microsoft.com/office/drawing/2014/main" id="{2D1F9528-C60D-F62C-0946-18844D00D6D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円/楕円 34">
                <a:extLst>
                  <a:ext uri="{FF2B5EF4-FFF2-40B4-BE49-F238E27FC236}">
                    <a16:creationId xmlns:a16="http://schemas.microsoft.com/office/drawing/2014/main" id="{70A284DC-12BB-9746-72F0-1DBB72C7B97E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6" name="円/楕円 35">
                <a:extLst>
                  <a:ext uri="{FF2B5EF4-FFF2-40B4-BE49-F238E27FC236}">
                    <a16:creationId xmlns:a16="http://schemas.microsoft.com/office/drawing/2014/main" id="{157A1591-F809-DDDA-9730-4A2CF0D76DED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7" name="円/楕円 36">
                <a:extLst>
                  <a:ext uri="{FF2B5EF4-FFF2-40B4-BE49-F238E27FC236}">
                    <a16:creationId xmlns:a16="http://schemas.microsoft.com/office/drawing/2014/main" id="{6D6C271C-F0AD-CAB6-4932-AAC0C9E265E8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6B307519-1446-C959-28AD-BCDE98AEFA12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F4510149-27CF-0560-C8E7-D42022986622}"/>
                </a:ext>
              </a:extLst>
            </p:cNvPr>
            <p:cNvCxnSpPr>
              <a:cxnSpLocks/>
              <a:stCxn id="14" idx="0"/>
              <a:endCxn id="10" idx="2"/>
            </p:cNvCxnSpPr>
            <p:nvPr/>
          </p:nvCxnSpPr>
          <p:spPr>
            <a:xfrm flipV="1">
              <a:off x="2177511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DD4DD2B8-9560-2B50-BE29-95D927A6282C}"/>
                </a:ext>
              </a:extLst>
            </p:cNvPr>
            <p:cNvCxnSpPr>
              <a:cxnSpLocks/>
              <a:stCxn id="22" idx="0"/>
              <a:endCxn id="10" idx="2"/>
            </p:cNvCxnSpPr>
            <p:nvPr/>
          </p:nvCxnSpPr>
          <p:spPr>
            <a:xfrm flipV="1">
              <a:off x="3632534" y="1219200"/>
              <a:ext cx="2768266" cy="423028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EF9AC690-144C-0106-CC1C-1B8E7CCCBBD3}"/>
                </a:ext>
              </a:extLst>
            </p:cNvPr>
            <p:cNvCxnSpPr>
              <a:cxnSpLocks/>
              <a:stCxn id="28" idx="0"/>
              <a:endCxn id="10" idx="2"/>
            </p:cNvCxnSpPr>
            <p:nvPr/>
          </p:nvCxnSpPr>
          <p:spPr>
            <a:xfrm flipH="1" flipV="1">
              <a:off x="6400800" y="1219200"/>
              <a:ext cx="2768266" cy="4218616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3B251AB8-B8DD-C99A-2FF2-13C08E2ACDA9}"/>
                </a:ext>
              </a:extLst>
            </p:cNvPr>
            <p:cNvCxnSpPr>
              <a:cxnSpLocks/>
              <a:stCxn id="34" idx="0"/>
              <a:endCxn id="10" idx="2"/>
            </p:cNvCxnSpPr>
            <p:nvPr/>
          </p:nvCxnSpPr>
          <p:spPr>
            <a:xfrm flipH="1" flipV="1">
              <a:off x="6400800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CDDD4E37-8783-C4D1-E2F2-9EBF0B54FD16}"/>
                </a:ext>
              </a:extLst>
            </p:cNvPr>
            <p:cNvCxnSpPr>
              <a:cxnSpLocks/>
              <a:stCxn id="28" idx="1"/>
              <a:endCxn id="22" idx="5"/>
            </p:cNvCxnSpPr>
            <p:nvPr/>
          </p:nvCxnSpPr>
          <p:spPr>
            <a:xfrm flipH="1">
              <a:off x="4326083" y="6648621"/>
              <a:ext cx="4149434" cy="11664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39A300DE-16E7-A5A9-B18E-39140C6F548C}"/>
                </a:ext>
              </a:extLst>
            </p:cNvPr>
            <p:cNvCxnSpPr>
              <a:cxnSpLocks/>
              <a:stCxn id="34" idx="1"/>
              <a:endCxn id="14" idx="5"/>
            </p:cNvCxnSpPr>
            <p:nvPr/>
          </p:nvCxnSpPr>
          <p:spPr>
            <a:xfrm flipH="1">
              <a:off x="2871060" y="3733155"/>
              <a:ext cx="7059480" cy="0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DA212AA4-0F75-CCDE-21C4-80852F5C45D1}"/>
                </a:ext>
              </a:extLst>
            </p:cNvPr>
            <p:cNvSpPr txBox="1"/>
            <p:nvPr/>
          </p:nvSpPr>
          <p:spPr>
            <a:xfrm>
              <a:off x="8247696" y="140911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働きかけ</a:t>
              </a: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EE775F73-48AF-D561-0BDC-0FFB2F28BC69}"/>
                </a:ext>
              </a:extLst>
            </p:cNvPr>
            <p:cNvSpPr txBox="1"/>
            <p:nvPr/>
          </p:nvSpPr>
          <p:spPr>
            <a:xfrm>
              <a:off x="5692913" y="3871061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  <p:sp>
          <p:nvSpPr>
            <p:cNvPr id="73" name="テキスト ボックス 72">
              <a:extLst>
                <a:ext uri="{FF2B5EF4-FFF2-40B4-BE49-F238E27FC236}">
                  <a16:creationId xmlns:a16="http://schemas.microsoft.com/office/drawing/2014/main" id="{D00B7ABE-612F-FF98-00AB-BBCD6EB6C86E}"/>
                </a:ext>
              </a:extLst>
            </p:cNvPr>
            <p:cNvSpPr txBox="1"/>
            <p:nvPr/>
          </p:nvSpPr>
          <p:spPr>
            <a:xfrm>
              <a:off x="5692913" y="679819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1260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グループ化 83">
            <a:extLst>
              <a:ext uri="{FF2B5EF4-FFF2-40B4-BE49-F238E27FC236}">
                <a16:creationId xmlns:a16="http://schemas.microsoft.com/office/drawing/2014/main" id="{EEFF685C-DBCB-4E87-CD92-21D93E29F6AC}"/>
              </a:ext>
            </a:extLst>
          </p:cNvPr>
          <p:cNvGrpSpPr/>
          <p:nvPr/>
        </p:nvGrpSpPr>
        <p:grpSpPr>
          <a:xfrm>
            <a:off x="230657" y="508900"/>
            <a:ext cx="12340286" cy="7973190"/>
            <a:chOff x="229980" y="241614"/>
            <a:chExt cx="12340286" cy="7973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02F5795D-0BF8-3A32-511E-F653846F61DD}"/>
                </a:ext>
              </a:extLst>
            </p:cNvPr>
            <p:cNvSpPr/>
            <p:nvPr/>
          </p:nvSpPr>
          <p:spPr>
            <a:xfrm>
              <a:off x="5262001" y="241614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64A915C2-413A-0C14-BD6A-AC5D03220E02}"/>
                </a:ext>
              </a:extLst>
            </p:cNvPr>
            <p:cNvGrpSpPr/>
            <p:nvPr/>
          </p:nvGrpSpPr>
          <p:grpSpPr>
            <a:xfrm>
              <a:off x="229980" y="6125122"/>
              <a:ext cx="1840245" cy="2089682"/>
              <a:chOff x="579398" y="5504701"/>
              <a:chExt cx="2774196" cy="2995075"/>
            </a:xfrm>
          </p:grpSpPr>
          <p:sp>
            <p:nvSpPr>
              <p:cNvPr id="4" name="三角形 3">
                <a:extLst>
                  <a:ext uri="{FF2B5EF4-FFF2-40B4-BE49-F238E27FC236}">
                    <a16:creationId xmlns:a16="http://schemas.microsoft.com/office/drawing/2014/main" id="{3E4D3F3A-5683-24F3-14E2-63A0B116513B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円/楕円 4">
                <a:extLst>
                  <a:ext uri="{FF2B5EF4-FFF2-40B4-BE49-F238E27FC236}">
                    <a16:creationId xmlns:a16="http://schemas.microsoft.com/office/drawing/2014/main" id="{522234F1-1001-207B-43A9-B187851D9CAE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6" name="円/楕円 5">
                <a:extLst>
                  <a:ext uri="{FF2B5EF4-FFF2-40B4-BE49-F238E27FC236}">
                    <a16:creationId xmlns:a16="http://schemas.microsoft.com/office/drawing/2014/main" id="{E697A7F3-D216-0366-AE9B-B92B2F609C97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7" name="円/楕円 6">
                <a:extLst>
                  <a:ext uri="{FF2B5EF4-FFF2-40B4-BE49-F238E27FC236}">
                    <a16:creationId xmlns:a16="http://schemas.microsoft.com/office/drawing/2014/main" id="{BB62F5A2-E2C8-AC27-4232-C323CD4F11A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B8F61F6-F738-B584-8FC7-6FCB79C73786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BD7868CC-70B3-811A-4503-16919437EFEB}"/>
                </a:ext>
              </a:extLst>
            </p:cNvPr>
            <p:cNvGrpSpPr/>
            <p:nvPr/>
          </p:nvGrpSpPr>
          <p:grpSpPr>
            <a:xfrm>
              <a:off x="2260008" y="6123680"/>
              <a:ext cx="1840245" cy="2089682"/>
              <a:chOff x="579398" y="5504701"/>
              <a:chExt cx="2774196" cy="2995075"/>
            </a:xfrm>
          </p:grpSpPr>
          <p:sp>
            <p:nvSpPr>
              <p:cNvPr id="23" name="三角形 22">
                <a:extLst>
                  <a:ext uri="{FF2B5EF4-FFF2-40B4-BE49-F238E27FC236}">
                    <a16:creationId xmlns:a16="http://schemas.microsoft.com/office/drawing/2014/main" id="{63D1F1AE-600D-5BAA-BCC4-0E4282EF4938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B682C1E8-7FE9-6820-B3DB-354D075494BF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3688B88D-1B0B-1FFF-D7E2-656590535C46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円/楕円 25">
                <a:extLst>
                  <a:ext uri="{FF2B5EF4-FFF2-40B4-BE49-F238E27FC236}">
                    <a16:creationId xmlns:a16="http://schemas.microsoft.com/office/drawing/2014/main" id="{3FCE392C-998D-8B6C-7745-376A9A7487FB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CF2D3E-8BD2-1B39-5A3C-40CE72ADE693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7E8CEA0C-5994-31FB-15BD-087F55BEAC23}"/>
                </a:ext>
              </a:extLst>
            </p:cNvPr>
            <p:cNvGrpSpPr/>
            <p:nvPr/>
          </p:nvGrpSpPr>
          <p:grpSpPr>
            <a:xfrm>
              <a:off x="4290036" y="6123680"/>
              <a:ext cx="1840245" cy="2089682"/>
              <a:chOff x="579398" y="5504701"/>
              <a:chExt cx="2774196" cy="2995075"/>
            </a:xfrm>
          </p:grpSpPr>
          <p:sp>
            <p:nvSpPr>
              <p:cNvPr id="29" name="三角形 28">
                <a:extLst>
                  <a:ext uri="{FF2B5EF4-FFF2-40B4-BE49-F238E27FC236}">
                    <a16:creationId xmlns:a16="http://schemas.microsoft.com/office/drawing/2014/main" id="{A4A2A32C-4D7A-2913-27CB-5843DFD1C1C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5615956A-1D6F-EAA0-4E17-5F0A73A4BE4D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A0C3599C-CBD3-F3F6-D447-81204880F36E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2" name="円/楕円 31">
                <a:extLst>
                  <a:ext uri="{FF2B5EF4-FFF2-40B4-BE49-F238E27FC236}">
                    <a16:creationId xmlns:a16="http://schemas.microsoft.com/office/drawing/2014/main" id="{75C14869-7E96-1CB2-6C23-404F0365ACC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9E1B8CB7-C6B3-48C6-CB5D-F31E97C25A3A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E6FAE759-C9C6-05F0-11F3-6E9080C7D8F6}"/>
                </a:ext>
              </a:extLst>
            </p:cNvPr>
            <p:cNvSpPr/>
            <p:nvPr/>
          </p:nvSpPr>
          <p:spPr>
            <a:xfrm>
              <a:off x="1920167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A1293DB6-C347-5220-9E75-4DBDC594EEBD}"/>
                </a:ext>
              </a:extLst>
            </p:cNvPr>
            <p:cNvGrpSpPr/>
            <p:nvPr/>
          </p:nvGrpSpPr>
          <p:grpSpPr>
            <a:xfrm>
              <a:off x="6669965" y="6125122"/>
              <a:ext cx="1840245" cy="2088240"/>
              <a:chOff x="579398" y="5504701"/>
              <a:chExt cx="2774196" cy="2993008"/>
            </a:xfrm>
          </p:grpSpPr>
          <p:sp>
            <p:nvSpPr>
              <p:cNvPr id="38" name="三角形 37">
                <a:extLst>
                  <a:ext uri="{FF2B5EF4-FFF2-40B4-BE49-F238E27FC236}">
                    <a16:creationId xmlns:a16="http://schemas.microsoft.com/office/drawing/2014/main" id="{28A80CC9-D088-2F87-9F8D-1985989A09D3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円/楕円 38">
                <a:extLst>
                  <a:ext uri="{FF2B5EF4-FFF2-40B4-BE49-F238E27FC236}">
                    <a16:creationId xmlns:a16="http://schemas.microsoft.com/office/drawing/2014/main" id="{04D10A54-B404-DF67-E5A2-6504F6E32205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0" name="円/楕円 39">
                <a:extLst>
                  <a:ext uri="{FF2B5EF4-FFF2-40B4-BE49-F238E27FC236}">
                    <a16:creationId xmlns:a16="http://schemas.microsoft.com/office/drawing/2014/main" id="{2FF33F5E-1D9B-3D51-E934-2874899DFF04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1" name="円/楕円 40">
                <a:extLst>
                  <a:ext uri="{FF2B5EF4-FFF2-40B4-BE49-F238E27FC236}">
                    <a16:creationId xmlns:a16="http://schemas.microsoft.com/office/drawing/2014/main" id="{50355619-60A0-2823-9A49-A7A45FDC04DE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09F1D85-5108-854D-2373-2FFE64CA856D}"/>
                  </a:ext>
                </a:extLst>
              </p:cNvPr>
              <p:cNvSpPr txBox="1"/>
              <p:nvPr/>
            </p:nvSpPr>
            <p:spPr>
              <a:xfrm>
                <a:off x="835255" y="7924244"/>
                <a:ext cx="2262481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BE77B804-5E76-6F04-B508-C9AFD2D37147}"/>
                </a:ext>
              </a:extLst>
            </p:cNvPr>
            <p:cNvGrpSpPr/>
            <p:nvPr/>
          </p:nvGrpSpPr>
          <p:grpSpPr>
            <a:xfrm>
              <a:off x="8699993" y="6123680"/>
              <a:ext cx="1840245" cy="1689572"/>
              <a:chOff x="579398" y="5504701"/>
              <a:chExt cx="2774196" cy="2421610"/>
            </a:xfrm>
          </p:grpSpPr>
          <p:sp>
            <p:nvSpPr>
              <p:cNvPr id="44" name="三角形 43">
                <a:extLst>
                  <a:ext uri="{FF2B5EF4-FFF2-40B4-BE49-F238E27FC236}">
                    <a16:creationId xmlns:a16="http://schemas.microsoft.com/office/drawing/2014/main" id="{22AC3AB6-5294-D115-B494-1557F59461EA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/楕円 44">
                <a:extLst>
                  <a:ext uri="{FF2B5EF4-FFF2-40B4-BE49-F238E27FC236}">
                    <a16:creationId xmlns:a16="http://schemas.microsoft.com/office/drawing/2014/main" id="{04CBDD59-63E0-2C22-754E-1AD9F64C623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6" name="円/楕円 45">
                <a:extLst>
                  <a:ext uri="{FF2B5EF4-FFF2-40B4-BE49-F238E27FC236}">
                    <a16:creationId xmlns:a16="http://schemas.microsoft.com/office/drawing/2014/main" id="{337820BD-3E14-AA73-ECB4-A075B6608C95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7" name="円/楕円 46">
                <a:extLst>
                  <a:ext uri="{FF2B5EF4-FFF2-40B4-BE49-F238E27FC236}">
                    <a16:creationId xmlns:a16="http://schemas.microsoft.com/office/drawing/2014/main" id="{F5497501-E0EE-9F0F-9B0B-0BD5D21B6675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03809EC9-7C50-5C47-B46A-DDA26D0A7258}"/>
                </a:ext>
              </a:extLst>
            </p:cNvPr>
            <p:cNvGrpSpPr/>
            <p:nvPr/>
          </p:nvGrpSpPr>
          <p:grpSpPr>
            <a:xfrm>
              <a:off x="10730021" y="6123680"/>
              <a:ext cx="1840245" cy="1689572"/>
              <a:chOff x="579398" y="5504701"/>
              <a:chExt cx="2774196" cy="2421610"/>
            </a:xfrm>
          </p:grpSpPr>
          <p:sp>
            <p:nvSpPr>
              <p:cNvPr id="50" name="三角形 49">
                <a:extLst>
                  <a:ext uri="{FF2B5EF4-FFF2-40B4-BE49-F238E27FC236}">
                    <a16:creationId xmlns:a16="http://schemas.microsoft.com/office/drawing/2014/main" id="{4107C7D7-9258-1223-B0FC-779512FD8BF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円/楕円 50">
                <a:extLst>
                  <a:ext uri="{FF2B5EF4-FFF2-40B4-BE49-F238E27FC236}">
                    <a16:creationId xmlns:a16="http://schemas.microsoft.com/office/drawing/2014/main" id="{BC547F53-6B55-08C1-3D8E-AC7BE66CE6B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2" name="円/楕円 51">
                <a:extLst>
                  <a:ext uri="{FF2B5EF4-FFF2-40B4-BE49-F238E27FC236}">
                    <a16:creationId xmlns:a16="http://schemas.microsoft.com/office/drawing/2014/main" id="{2ED1EFB9-401F-C4E8-FA4E-9D3A6A684A5F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3" name="円/楕円 52">
                <a:extLst>
                  <a:ext uri="{FF2B5EF4-FFF2-40B4-BE49-F238E27FC236}">
                    <a16:creationId xmlns:a16="http://schemas.microsoft.com/office/drawing/2014/main" id="{DCC7C095-8795-FB85-5B00-E0A579ED2E0D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F482FFE0-672E-F5E1-A1B1-9818A56A1F66}"/>
                </a:ext>
              </a:extLst>
            </p:cNvPr>
            <p:cNvSpPr/>
            <p:nvPr/>
          </p:nvSpPr>
          <p:spPr>
            <a:xfrm>
              <a:off x="8360152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520D47E-E71B-F675-B830-82886B0E774E}"/>
                </a:ext>
              </a:extLst>
            </p:cNvPr>
            <p:cNvSpPr txBox="1"/>
            <p:nvPr/>
          </p:nvSpPr>
          <p:spPr>
            <a:xfrm>
              <a:off x="8869714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56A6724-2D6D-892C-2BDE-A79226F947DF}"/>
                </a:ext>
              </a:extLst>
            </p:cNvPr>
            <p:cNvSpPr txBox="1"/>
            <p:nvPr/>
          </p:nvSpPr>
          <p:spPr>
            <a:xfrm>
              <a:off x="10899742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5CD41FE-974D-0335-2D83-E7BD405E0090}"/>
                </a:ext>
              </a:extLst>
            </p:cNvPr>
            <p:cNvCxnSpPr>
              <a:stCxn id="34" idx="2"/>
              <a:endCxn id="4" idx="0"/>
            </p:cNvCxnSpPr>
            <p:nvPr/>
          </p:nvCxnSpPr>
          <p:spPr>
            <a:xfrm flipH="1">
              <a:off x="1150103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0B0307D1-DF78-69EB-6AAE-0C37057BD99F}"/>
                </a:ext>
              </a:extLst>
            </p:cNvPr>
            <p:cNvCxnSpPr>
              <a:cxnSpLocks/>
              <a:stCxn id="34" idx="2"/>
              <a:endCxn id="23" idx="0"/>
            </p:cNvCxnSpPr>
            <p:nvPr/>
          </p:nvCxnSpPr>
          <p:spPr>
            <a:xfrm flipH="1">
              <a:off x="3180131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5F781E67-518F-8313-0823-DB624DB61655}"/>
                </a:ext>
              </a:extLst>
            </p:cNvPr>
            <p:cNvCxnSpPr>
              <a:cxnSpLocks/>
              <a:stCxn id="34" idx="2"/>
              <a:endCxn id="29" idx="0"/>
            </p:cNvCxnSpPr>
            <p:nvPr/>
          </p:nvCxnSpPr>
          <p:spPr>
            <a:xfrm>
              <a:off x="3219993" y="4002259"/>
              <a:ext cx="1990166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12726559-62A0-8F26-52CF-9A11A07A80FA}"/>
                </a:ext>
              </a:extLst>
            </p:cNvPr>
            <p:cNvCxnSpPr>
              <a:cxnSpLocks/>
              <a:stCxn id="55" idx="2"/>
              <a:endCxn id="38" idx="0"/>
            </p:cNvCxnSpPr>
            <p:nvPr/>
          </p:nvCxnSpPr>
          <p:spPr>
            <a:xfrm flipH="1">
              <a:off x="7590088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AE7BFCC1-1847-E40E-A9F3-62DF899AD1B3}"/>
                </a:ext>
              </a:extLst>
            </p:cNvPr>
            <p:cNvCxnSpPr>
              <a:cxnSpLocks/>
              <a:stCxn id="55" idx="2"/>
              <a:endCxn id="44" idx="0"/>
            </p:cNvCxnSpPr>
            <p:nvPr/>
          </p:nvCxnSpPr>
          <p:spPr>
            <a:xfrm flipH="1">
              <a:off x="9620116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矢印コネクタ 67">
              <a:extLst>
                <a:ext uri="{FF2B5EF4-FFF2-40B4-BE49-F238E27FC236}">
                  <a16:creationId xmlns:a16="http://schemas.microsoft.com/office/drawing/2014/main" id="{E794A5E9-2B89-9A02-EA83-65C3A9AD4B18}"/>
                </a:ext>
              </a:extLst>
            </p:cNvPr>
            <p:cNvCxnSpPr>
              <a:cxnSpLocks/>
              <a:stCxn id="55" idx="2"/>
            </p:cNvCxnSpPr>
            <p:nvPr/>
          </p:nvCxnSpPr>
          <p:spPr>
            <a:xfrm>
              <a:off x="9659978" y="4002259"/>
              <a:ext cx="1991519" cy="2121420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E41A9B02-3713-5D91-3C41-ACC19C28B2FF}"/>
                </a:ext>
              </a:extLst>
            </p:cNvPr>
            <p:cNvCxnSpPr>
              <a:cxnSpLocks/>
              <a:stCxn id="55" idx="1"/>
              <a:endCxn id="34" idx="3"/>
            </p:cNvCxnSpPr>
            <p:nvPr/>
          </p:nvCxnSpPr>
          <p:spPr>
            <a:xfrm flipH="1">
              <a:off x="4519818" y="3365696"/>
              <a:ext cx="3840334" cy="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矢印コネクタ 76">
              <a:extLst>
                <a:ext uri="{FF2B5EF4-FFF2-40B4-BE49-F238E27FC236}">
                  <a16:creationId xmlns:a16="http://schemas.microsoft.com/office/drawing/2014/main" id="{33A107A3-FD3F-2AAA-6ADE-C074E99B5D72}"/>
                </a:ext>
              </a:extLst>
            </p:cNvPr>
            <p:cNvCxnSpPr>
              <a:cxnSpLocks/>
              <a:stCxn id="55" idx="1"/>
              <a:endCxn id="2" idx="2"/>
            </p:cNvCxnSpPr>
            <p:nvPr/>
          </p:nvCxnSpPr>
          <p:spPr>
            <a:xfrm flipH="1" flipV="1">
              <a:off x="6400800" y="1078523"/>
              <a:ext cx="195935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10C09DCB-9675-825F-7CDA-3231AB9CDAD9}"/>
                </a:ext>
              </a:extLst>
            </p:cNvPr>
            <p:cNvCxnSpPr>
              <a:cxnSpLocks/>
              <a:stCxn id="34" idx="3"/>
              <a:endCxn id="2" idx="2"/>
            </p:cNvCxnSpPr>
            <p:nvPr/>
          </p:nvCxnSpPr>
          <p:spPr>
            <a:xfrm flipV="1">
              <a:off x="4519818" y="1078523"/>
              <a:ext cx="188098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9F367425-808C-944F-3AA5-76BD21D005C5}"/>
                </a:ext>
              </a:extLst>
            </p:cNvPr>
            <p:cNvSpPr txBox="1"/>
            <p:nvPr/>
          </p:nvSpPr>
          <p:spPr>
            <a:xfrm>
              <a:off x="5667095" y="2119201"/>
              <a:ext cx="1415772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  <a:endParaRPr kumimoji="1" lang="en-US" altLang="ja-JP" sz="24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利益代表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0232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63FB9D4-2A1C-37F0-EE62-E70545AB99F7}"/>
              </a:ext>
            </a:extLst>
          </p:cNvPr>
          <p:cNvGrpSpPr/>
          <p:nvPr/>
        </p:nvGrpSpPr>
        <p:grpSpPr>
          <a:xfrm>
            <a:off x="516784" y="872373"/>
            <a:ext cx="11778380" cy="7409274"/>
            <a:chOff x="516784" y="872373"/>
            <a:chExt cx="11778380" cy="7409274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8F1BEF57-F709-F27E-9A8C-CB55F58A0A24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92" y="7696872"/>
              <a:ext cx="1110127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22CACA83-403E-B402-098A-26821FD1D1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3892" y="973015"/>
              <a:ext cx="0" cy="6723857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E2C2C75F-5871-7E08-EF54-861834D1AF29}"/>
                </a:ext>
              </a:extLst>
            </p:cNvPr>
            <p:cNvSpPr/>
            <p:nvPr/>
          </p:nvSpPr>
          <p:spPr>
            <a:xfrm>
              <a:off x="1757531" y="1486238"/>
              <a:ext cx="9973994" cy="5697412"/>
            </a:xfrm>
            <a:custGeom>
              <a:avLst/>
              <a:gdLst>
                <a:gd name="csX0" fmla="*/ 0 w 9973994"/>
                <a:gd name="csY0" fmla="*/ 5036235 h 5050303"/>
                <a:gd name="csX1" fmla="*/ 4965896 w 9973994"/>
                <a:gd name="csY1" fmla="*/ 1 h 5050303"/>
                <a:gd name="csX2" fmla="*/ 9973994 w 9973994"/>
                <a:gd name="csY2" fmla="*/ 5050303 h 50503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973994" h="5050303">
                  <a:moveTo>
                    <a:pt x="0" y="5036235"/>
                  </a:moveTo>
                  <a:cubicBezTo>
                    <a:pt x="1651782" y="2516945"/>
                    <a:pt x="3303564" y="-2344"/>
                    <a:pt x="4965896" y="1"/>
                  </a:cubicBezTo>
                  <a:cubicBezTo>
                    <a:pt x="6628228" y="2346"/>
                    <a:pt x="8301111" y="2526324"/>
                    <a:pt x="9973994" y="505030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4A9A9CC8-98DA-14AE-7B9B-E1018BD16B46}"/>
                </a:ext>
              </a:extLst>
            </p:cNvPr>
            <p:cNvSpPr txBox="1"/>
            <p:nvPr/>
          </p:nvSpPr>
          <p:spPr>
            <a:xfrm>
              <a:off x="8236894" y="7696872"/>
              <a:ext cx="4058270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コーポラティズム度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89D8454-4524-1FE3-FA57-29E5B7A8A228}"/>
                </a:ext>
              </a:extLst>
            </p:cNvPr>
            <p:cNvSpPr txBox="1"/>
            <p:nvPr/>
          </p:nvSpPr>
          <p:spPr>
            <a:xfrm>
              <a:off x="516784" y="872373"/>
              <a:ext cx="677108" cy="4365922"/>
            </a:xfrm>
            <a:prstGeom prst="rect">
              <a:avLst/>
            </a:prstGeom>
            <a:noFill/>
          </p:spPr>
          <p:txBody>
            <a:bodyPr vert="eaVert"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インフレ率・失業率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5956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1231</TotalTime>
  <Words>434</Words>
  <Application>Microsoft Macintosh PowerPoint</Application>
  <PresentationFormat>A3 297x420 mm</PresentationFormat>
  <Paragraphs>189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8" baseType="lpstr">
      <vt:lpstr>HGPGothicE</vt:lpstr>
      <vt:lpstr>HGPSoeiKakugothicUB</vt:lpstr>
      <vt:lpstr>Hiragino Kaku Gothic StdN W8</vt:lpstr>
      <vt:lpstr>Hiragino Sans W4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18</cp:revision>
  <dcterms:created xsi:type="dcterms:W3CDTF">2025-10-30T06:11:06Z</dcterms:created>
  <dcterms:modified xsi:type="dcterms:W3CDTF">2026-06-25T11:39:15Z</dcterms:modified>
</cp:coreProperties>
</file>