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43"/>
    <p:restoredTop sz="94659"/>
  </p:normalViewPr>
  <p:slideViewPr>
    <p:cSldViewPr snapToGrid="0">
      <p:cViewPr>
        <p:scale>
          <a:sx n="121" d="100"/>
          <a:sy n="121" d="100"/>
        </p:scale>
        <p:origin x="744" y="-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449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51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862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11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91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307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57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09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608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50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1752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89380-344E-284F-BE0F-D796858BF56F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6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kumimoji="1"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kumimoji="1"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BFBB75E9-DDD7-71B5-1D9A-DFC8F0FA3D61}"/>
              </a:ext>
            </a:extLst>
          </p:cNvPr>
          <p:cNvGrpSpPr/>
          <p:nvPr/>
        </p:nvGrpSpPr>
        <p:grpSpPr>
          <a:xfrm>
            <a:off x="228459" y="329892"/>
            <a:ext cx="12344682" cy="8286074"/>
            <a:chOff x="228459" y="329892"/>
            <a:chExt cx="12344682" cy="8286074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DA067101-0DA1-C8D2-6320-95B906B79A98}"/>
                </a:ext>
              </a:extLst>
            </p:cNvPr>
            <p:cNvSpPr/>
            <p:nvPr/>
          </p:nvSpPr>
          <p:spPr>
            <a:xfrm>
              <a:off x="2230825" y="2622444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権力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71344F63-CA14-1A31-D8F9-95B53B0752C9}"/>
                </a:ext>
              </a:extLst>
            </p:cNvPr>
            <p:cNvSpPr/>
            <p:nvPr/>
          </p:nvSpPr>
          <p:spPr>
            <a:xfrm>
              <a:off x="2406457" y="723086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前期の導入</a:t>
              </a:r>
            </a:p>
          </p:txBody>
        </p: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97B77CC0-B32C-F47D-DB38-6D230C7B1C59}"/>
                </a:ext>
              </a:extLst>
            </p:cNvPr>
            <p:cNvCxnSpPr>
              <a:cxnSpLocks/>
              <a:stCxn id="11" idx="2"/>
              <a:endCxn id="16" idx="0"/>
            </p:cNvCxnSpPr>
            <p:nvPr/>
          </p:nvCxnSpPr>
          <p:spPr>
            <a:xfrm rot="5400000">
              <a:off x="1826810" y="2523927"/>
              <a:ext cx="69424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A084D47D-149A-30F0-4AAE-599B11361602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3162299" y="1124921"/>
              <a:ext cx="2" cy="683760"/>
            </a:xfrm>
            <a:prstGeom prst="straightConnector1">
              <a:avLst/>
            </a:prstGeom>
            <a:ln w="38100">
              <a:headEnd type="oval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30F320E0-DE8A-CDC3-890B-944C9F782F87}"/>
                </a:ext>
              </a:extLst>
            </p:cNvPr>
            <p:cNvSpPr/>
            <p:nvPr/>
          </p:nvSpPr>
          <p:spPr>
            <a:xfrm>
              <a:off x="8883462" y="723085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後期の導入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8D3649AB-CB0A-E239-4DF3-0C3CC3B3784E}"/>
                </a:ext>
              </a:extLst>
            </p:cNvPr>
            <p:cNvSpPr/>
            <p:nvPr/>
          </p:nvSpPr>
          <p:spPr>
            <a:xfrm>
              <a:off x="2364455" y="7390684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前期まとめ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CE39C674-0195-9A95-A47D-3F42C5D65D06}"/>
                </a:ext>
              </a:extLst>
            </p:cNvPr>
            <p:cNvSpPr/>
            <p:nvPr/>
          </p:nvSpPr>
          <p:spPr>
            <a:xfrm>
              <a:off x="8869867" y="7422386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後期まとめ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F7ACFBE-F365-BF6E-3019-DC19891D3C68}"/>
                </a:ext>
              </a:extLst>
            </p:cNvPr>
            <p:cNvSpPr/>
            <p:nvPr/>
          </p:nvSpPr>
          <p:spPr>
            <a:xfrm>
              <a:off x="2230825" y="1808681"/>
              <a:ext cx="1862951" cy="5427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全体像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2D52B3-EC91-5852-BB13-238ECD1EA3EA}"/>
                </a:ext>
              </a:extLst>
            </p:cNvPr>
            <p:cNvSpPr/>
            <p:nvPr/>
          </p:nvSpPr>
          <p:spPr>
            <a:xfrm>
              <a:off x="7557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モデル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4E9BC466-F779-A048-8A07-96A9FA59BFCE}"/>
                </a:ext>
              </a:extLst>
            </p:cNvPr>
            <p:cNvSpPr/>
            <p:nvPr/>
          </p:nvSpPr>
          <p:spPr>
            <a:xfrm>
              <a:off x="7557341" y="25667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課題設定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政策ネットワーク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50C0BC3C-749B-1797-B5FB-588CA8D8A967}"/>
                </a:ext>
              </a:extLst>
            </p:cNvPr>
            <p:cNvSpPr/>
            <p:nvPr/>
          </p:nvSpPr>
          <p:spPr>
            <a:xfrm>
              <a:off x="9801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メディア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43E73B3D-8F3D-672D-BEA3-A5206CE30E3D}"/>
                </a:ext>
              </a:extLst>
            </p:cNvPr>
            <p:cNvSpPr/>
            <p:nvPr/>
          </p:nvSpPr>
          <p:spPr>
            <a:xfrm>
              <a:off x="9801342" y="2554482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組織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6C871109-4ABC-5AFB-80C1-A4A584FC9451}"/>
                </a:ext>
              </a:extLst>
            </p:cNvPr>
            <p:cNvSpPr/>
            <p:nvPr/>
          </p:nvSpPr>
          <p:spPr>
            <a:xfrm>
              <a:off x="387713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市民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政治参加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6053CC82-AEF3-3077-C51D-4867A565F04F}"/>
                </a:ext>
              </a:extLst>
            </p:cNvPr>
            <p:cNvSpPr/>
            <p:nvPr/>
          </p:nvSpPr>
          <p:spPr>
            <a:xfrm>
              <a:off x="387713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投票参加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E154D166-03F2-4307-E6BA-CF94F003DCCE}"/>
                </a:ext>
              </a:extLst>
            </p:cNvPr>
            <p:cNvSpPr/>
            <p:nvPr/>
          </p:nvSpPr>
          <p:spPr>
            <a:xfrm>
              <a:off x="387713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投票行動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C38E2025-3163-9C63-F803-B90BCF147D68}"/>
                </a:ext>
              </a:extLst>
            </p:cNvPr>
            <p:cNvSpPr/>
            <p:nvPr/>
          </p:nvSpPr>
          <p:spPr>
            <a:xfrm>
              <a:off x="387713" y="63017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選挙制度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BEDDA7BE-34BD-ADC8-48EF-F5732DE94BDB}"/>
                </a:ext>
              </a:extLst>
            </p:cNvPr>
            <p:cNvSpPr/>
            <p:nvPr/>
          </p:nvSpPr>
          <p:spPr>
            <a:xfrm>
              <a:off x="2364455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8B000975-3B14-69E2-7317-E3947EA94C4D}"/>
                </a:ext>
              </a:extLst>
            </p:cNvPr>
            <p:cNvSpPr/>
            <p:nvPr/>
          </p:nvSpPr>
          <p:spPr>
            <a:xfrm>
              <a:off x="2364455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政党システム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73F819F4-266C-62D2-1577-30C6FCBD108A}"/>
                </a:ext>
              </a:extLst>
            </p:cNvPr>
            <p:cNvSpPr/>
            <p:nvPr/>
          </p:nvSpPr>
          <p:spPr>
            <a:xfrm>
              <a:off x="2364455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連立政権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F6BD057-F7ED-373B-2D46-B8CF24F2CD45}"/>
                </a:ext>
              </a:extLst>
            </p:cNvPr>
            <p:cNvSpPr/>
            <p:nvPr/>
          </p:nvSpPr>
          <p:spPr>
            <a:xfrm>
              <a:off x="434119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利益集団・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0E17D6E-8713-B518-EEF9-8A803878FAF9}"/>
                </a:ext>
              </a:extLst>
            </p:cNvPr>
            <p:cNvSpPr/>
            <p:nvPr/>
          </p:nvSpPr>
          <p:spPr>
            <a:xfrm>
              <a:off x="434119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930DC901-F9D4-D354-7645-477182180CBE}"/>
                </a:ext>
              </a:extLst>
            </p:cNvPr>
            <p:cNvSpPr/>
            <p:nvPr/>
          </p:nvSpPr>
          <p:spPr>
            <a:xfrm>
              <a:off x="434119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利益代表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制度</a:t>
              </a:r>
            </a:p>
          </p:txBody>
        </p: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7D722CF9-2D57-3CCE-9F8C-4176FF516CB7}"/>
                </a:ext>
              </a:extLst>
            </p:cNvPr>
            <p:cNvSpPr/>
            <p:nvPr/>
          </p:nvSpPr>
          <p:spPr>
            <a:xfrm>
              <a:off x="6880868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官僚と官僚制</a:t>
              </a:r>
            </a:p>
          </p:txBody>
        </p:sp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F96833A3-8420-A1FD-3403-52763A63C043}"/>
                </a:ext>
              </a:extLst>
            </p:cNvPr>
            <p:cNvSpPr/>
            <p:nvPr/>
          </p:nvSpPr>
          <p:spPr>
            <a:xfrm>
              <a:off x="6880868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政策実施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過程</a:t>
              </a: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A1A067D7-E756-F98F-5180-F9CCDBB946A4}"/>
                </a:ext>
              </a:extLst>
            </p:cNvPr>
            <p:cNvSpPr/>
            <p:nvPr/>
          </p:nvSpPr>
          <p:spPr>
            <a:xfrm>
              <a:off x="886986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議会制度</a:t>
              </a:r>
            </a:p>
          </p:txBody>
        </p:sp>
        <p:sp>
          <p:nvSpPr>
            <p:cNvPr id="30" name="角丸四角形 29">
              <a:extLst>
                <a:ext uri="{FF2B5EF4-FFF2-40B4-BE49-F238E27FC236}">
                  <a16:creationId xmlns:a16="http://schemas.microsoft.com/office/drawing/2014/main" id="{C9F81858-1572-FA65-3B9A-EAD576FE48EA}"/>
                </a:ext>
              </a:extLst>
            </p:cNvPr>
            <p:cNvSpPr/>
            <p:nvPr/>
          </p:nvSpPr>
          <p:spPr>
            <a:xfrm>
              <a:off x="886986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執政制度</a:t>
              </a: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2A2BAA0C-1A79-9A01-A1A6-CAE54D3679D9}"/>
                </a:ext>
              </a:extLst>
            </p:cNvPr>
            <p:cNvSpPr/>
            <p:nvPr/>
          </p:nvSpPr>
          <p:spPr>
            <a:xfrm>
              <a:off x="886986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地方自治制度</a:t>
              </a:r>
            </a:p>
          </p:txBody>
        </p:sp>
        <p:sp>
          <p:nvSpPr>
            <p:cNvPr id="32" name="角丸四角形 31">
              <a:extLst>
                <a:ext uri="{FF2B5EF4-FFF2-40B4-BE49-F238E27FC236}">
                  <a16:creationId xmlns:a16="http://schemas.microsoft.com/office/drawing/2014/main" id="{D1517968-CEA0-B9AE-40BB-6C396A54606E}"/>
                </a:ext>
              </a:extLst>
            </p:cNvPr>
            <p:cNvSpPr/>
            <p:nvPr/>
          </p:nvSpPr>
          <p:spPr>
            <a:xfrm>
              <a:off x="10858866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経済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3" name="角丸四角形 32">
              <a:extLst>
                <a:ext uri="{FF2B5EF4-FFF2-40B4-BE49-F238E27FC236}">
                  <a16:creationId xmlns:a16="http://schemas.microsoft.com/office/drawing/2014/main" id="{99D33750-9267-D581-6770-C0C851E6EFD3}"/>
                </a:ext>
              </a:extLst>
            </p:cNvPr>
            <p:cNvSpPr/>
            <p:nvPr/>
          </p:nvSpPr>
          <p:spPr>
            <a:xfrm>
              <a:off x="10858866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国際関係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3F8F8F58-8886-7952-DB1D-4EF1BC006DB6}"/>
                </a:ext>
              </a:extLst>
            </p:cNvPr>
            <p:cNvSpPr/>
            <p:nvPr/>
          </p:nvSpPr>
          <p:spPr>
            <a:xfrm>
              <a:off x="10858866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権威主義</a:t>
              </a:r>
              <a:r>
                <a:rPr kumimoji="1" lang="ja-JP" altLang="en-US" sz="105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endParaRPr kumimoji="1" lang="en-US" altLang="ja-JP" sz="105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5" name="角丸四角形 34">
              <a:extLst>
                <a:ext uri="{FF2B5EF4-FFF2-40B4-BE49-F238E27FC236}">
                  <a16:creationId xmlns:a16="http://schemas.microsoft.com/office/drawing/2014/main" id="{4D7400F5-EB0A-5DAA-10CD-95B54CD658C0}"/>
                </a:ext>
              </a:extLst>
            </p:cNvPr>
            <p:cNvSpPr/>
            <p:nvPr/>
          </p:nvSpPr>
          <p:spPr>
            <a:xfrm>
              <a:off x="2364455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期末試験</a:t>
              </a: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24D4167A-7141-FB51-6ED5-12234E0B6C22}"/>
                </a:ext>
              </a:extLst>
            </p:cNvPr>
            <p:cNvSpPr/>
            <p:nvPr/>
          </p:nvSpPr>
          <p:spPr>
            <a:xfrm>
              <a:off x="8869867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学年末試験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9F592AE2-0496-216A-66C9-B06082D0402F}"/>
                </a:ext>
              </a:extLst>
            </p:cNvPr>
            <p:cNvSpPr/>
            <p:nvPr/>
          </p:nvSpPr>
          <p:spPr>
            <a:xfrm>
              <a:off x="1712938" y="1616891"/>
              <a:ext cx="10433753" cy="175055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9C8C945D-5B0C-7787-0F4E-67C5D1B88799}"/>
                </a:ext>
              </a:extLst>
            </p:cNvPr>
            <p:cNvSpPr/>
            <p:nvPr/>
          </p:nvSpPr>
          <p:spPr>
            <a:xfrm>
              <a:off x="228459" y="3798240"/>
              <a:ext cx="1859833" cy="31833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7C4B2DCF-8B8B-351A-896C-6CC368894146}"/>
                </a:ext>
              </a:extLst>
            </p:cNvPr>
            <p:cNvSpPr/>
            <p:nvPr/>
          </p:nvSpPr>
          <p:spPr>
            <a:xfrm>
              <a:off x="2233943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9C990093-2446-06F5-615F-5CBF58EDC737}"/>
                </a:ext>
              </a:extLst>
            </p:cNvPr>
            <p:cNvSpPr/>
            <p:nvPr/>
          </p:nvSpPr>
          <p:spPr>
            <a:xfrm>
              <a:off x="422428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314BC540-DA44-081E-FFE2-1217FD112873}"/>
                </a:ext>
              </a:extLst>
            </p:cNvPr>
            <p:cNvSpPr/>
            <p:nvPr/>
          </p:nvSpPr>
          <p:spPr>
            <a:xfrm>
              <a:off x="8737796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DC2C5172-4F97-45A9-4669-143FE20F7DD5}"/>
                </a:ext>
              </a:extLst>
            </p:cNvPr>
            <p:cNvSpPr/>
            <p:nvPr/>
          </p:nvSpPr>
          <p:spPr>
            <a:xfrm>
              <a:off x="1071330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468439A-FD6A-792D-3BF6-642FB40661FD}"/>
                </a:ext>
              </a:extLst>
            </p:cNvPr>
            <p:cNvSpPr/>
            <p:nvPr/>
          </p:nvSpPr>
          <p:spPr>
            <a:xfrm>
              <a:off x="6805184" y="3798240"/>
              <a:ext cx="1859833" cy="158930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552EF844-9A95-908B-AA2C-B8EE06D10CC5}"/>
                </a:ext>
              </a:extLst>
            </p:cNvPr>
            <p:cNvSpPr txBox="1"/>
            <p:nvPr/>
          </p:nvSpPr>
          <p:spPr>
            <a:xfrm>
              <a:off x="1712938" y="1413492"/>
              <a:ext cx="18629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政治過程の全体像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895A84ED-DD74-30B3-9782-C712B7A4F774}"/>
                </a:ext>
              </a:extLst>
            </p:cNvPr>
            <p:cNvSpPr txBox="1"/>
            <p:nvPr/>
          </p:nvSpPr>
          <p:spPr>
            <a:xfrm>
              <a:off x="779116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市民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57D92AE8-EFE5-5136-9790-D605729C3E76}"/>
                </a:ext>
              </a:extLst>
            </p:cNvPr>
            <p:cNvSpPr/>
            <p:nvPr/>
          </p:nvSpPr>
          <p:spPr>
            <a:xfrm>
              <a:off x="2163506" y="7190606"/>
              <a:ext cx="8683104" cy="1425360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51E0F06B-D53B-C0FC-B972-780308ECAEF7}"/>
                </a:ext>
              </a:extLst>
            </p:cNvPr>
            <p:cNvSpPr/>
            <p:nvPr/>
          </p:nvSpPr>
          <p:spPr>
            <a:xfrm>
              <a:off x="1782455" y="533291"/>
              <a:ext cx="9203224" cy="70890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15386CF-C903-8A66-0F10-F71D901A9C96}"/>
                </a:ext>
              </a:extLst>
            </p:cNvPr>
            <p:cNvSpPr txBox="1"/>
            <p:nvPr/>
          </p:nvSpPr>
          <p:spPr>
            <a:xfrm>
              <a:off x="1782454" y="32989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イントロダクション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4ECE68D-9572-B943-AEB6-56F212B835C1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3162301" y="2351414"/>
              <a:ext cx="0" cy="271030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AE39A9C4-8BAB-6168-B47E-F58BEC7FE50C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1185559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a16:creationId xmlns:a16="http://schemas.microsoft.com/office/drawing/2014/main" id="{9F59040F-4893-6634-3F7B-ECFC0650F06B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1185559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74858A88-C3EB-FA2B-9B7B-5A98856E9669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 rot="5400000" flipH="1" flipV="1">
              <a:off x="681413" y="4363565"/>
              <a:ext cx="2985034" cy="1976742"/>
            </a:xfrm>
            <a:prstGeom prst="bentConnector5">
              <a:avLst>
                <a:gd name="adj1" fmla="val -7658"/>
                <a:gd name="adj2" fmla="val 50000"/>
                <a:gd name="adj3" fmla="val 10765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a16:creationId xmlns:a16="http://schemas.microsoft.com/office/drawing/2014/main" id="{2174D16D-CF56-7218-9852-58BA5607075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1185559" y="60303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438A0CB8-B6D1-6A51-DE62-E453ED1F22C3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3162301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971278CE-0E5F-8A6A-B4B5-59DFF5E44F36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>
              <a:off x="3162301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線矢印コネクタ 90">
              <a:extLst>
                <a:ext uri="{FF2B5EF4-FFF2-40B4-BE49-F238E27FC236}">
                  <a16:creationId xmlns:a16="http://schemas.microsoft.com/office/drawing/2014/main" id="{5513379D-64FE-01F9-82B2-37E6DE6278B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513904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C289066C-54E3-DAF3-FBA3-ED0956EC7A73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>
              <a:off x="513904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16EB176D-490C-13A2-B01F-D5B578E9CC33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7678714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E8674F36-F8F4-27E6-136B-5B7C0A994775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966771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424B9C86-1882-55DF-BA97-790AC95EC91C}"/>
                </a:ext>
              </a:extLst>
            </p:cNvPr>
            <p:cNvCxnSpPr>
              <a:cxnSpLocks/>
              <a:stCxn id="30" idx="2"/>
              <a:endCxn id="31" idx="0"/>
            </p:cNvCxnSpPr>
            <p:nvPr/>
          </p:nvCxnSpPr>
          <p:spPr>
            <a:xfrm>
              <a:off x="966771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8116C3DC-0AED-0974-A00B-7D8FA31721F2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>
              <a:off x="11656712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A929CE7C-DA26-1EEB-1F34-5F15A35E2CC8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11656712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線矢印コネクタ 111">
              <a:extLst>
                <a:ext uri="{FF2B5EF4-FFF2-40B4-BE49-F238E27FC236}">
                  <a16:creationId xmlns:a16="http://schemas.microsoft.com/office/drawing/2014/main" id="{0B229170-85CF-7EAC-121B-6203CAE3FA99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8488817" y="2295369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矢印コネクタ 115">
              <a:extLst>
                <a:ext uri="{FF2B5EF4-FFF2-40B4-BE49-F238E27FC236}">
                  <a16:creationId xmlns:a16="http://schemas.microsoft.com/office/drawing/2014/main" id="{AA4129A1-26F4-A9DE-D01C-799AF0F9CB12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10732817" y="2295369"/>
              <a:ext cx="1" cy="259113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4B7FE736-A406-78FA-848F-F0543CCE3279}"/>
                </a:ext>
              </a:extLst>
            </p:cNvPr>
            <p:cNvSpPr txBox="1"/>
            <p:nvPr/>
          </p:nvSpPr>
          <p:spPr>
            <a:xfrm>
              <a:off x="2783041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政党</a:t>
              </a:r>
            </a:p>
          </p:txBody>
        </p:sp>
        <p:cxnSp>
          <p:nvCxnSpPr>
            <p:cNvPr id="119" name="カギ線コネクタ 118">
              <a:extLst>
                <a:ext uri="{FF2B5EF4-FFF2-40B4-BE49-F238E27FC236}">
                  <a16:creationId xmlns:a16="http://schemas.microsoft.com/office/drawing/2014/main" id="{48D65B9D-6AB3-DDF3-9AD9-3B1E1CECBC98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5400000" flipH="1" flipV="1">
              <a:off x="3065205" y="3956515"/>
              <a:ext cx="2170934" cy="1976742"/>
            </a:xfrm>
            <a:prstGeom prst="bentConnector5">
              <a:avLst>
                <a:gd name="adj1" fmla="val -10530"/>
                <a:gd name="adj2" fmla="val 50000"/>
                <a:gd name="adj3" fmla="val 11053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19BA15D0-4F72-3129-540F-EB7B1A75A632}"/>
                </a:ext>
              </a:extLst>
            </p:cNvPr>
            <p:cNvSpPr txBox="1"/>
            <p:nvPr/>
          </p:nvSpPr>
          <p:spPr>
            <a:xfrm>
              <a:off x="4620588" y="3410368"/>
              <a:ext cx="100583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利益団体</a:t>
              </a:r>
            </a:p>
          </p:txBody>
        </p:sp>
        <p:cxnSp>
          <p:nvCxnSpPr>
            <p:cNvPr id="122" name="カギ線コネクタ 121">
              <a:extLst>
                <a:ext uri="{FF2B5EF4-FFF2-40B4-BE49-F238E27FC236}">
                  <a16:creationId xmlns:a16="http://schemas.microsoft.com/office/drawing/2014/main" id="{64C6AA1A-57C4-8467-BDC6-7BEA2CA6ACC9}"/>
                </a:ext>
              </a:extLst>
            </p:cNvPr>
            <p:cNvCxnSpPr>
              <a:cxnSpLocks/>
              <a:stCxn id="26" idx="2"/>
              <a:endCxn id="8" idx="0"/>
            </p:cNvCxnSpPr>
            <p:nvPr/>
          </p:nvCxnSpPr>
          <p:spPr>
            <a:xfrm rot="5400000">
              <a:off x="3470507" y="5722147"/>
              <a:ext cx="136033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D5752B3-0540-7DE6-AD8F-1B4B7CEC6DE1}"/>
                </a:ext>
              </a:extLst>
            </p:cNvPr>
            <p:cNvSpPr txBox="1"/>
            <p:nvPr/>
          </p:nvSpPr>
          <p:spPr>
            <a:xfrm>
              <a:off x="2163506" y="6987207"/>
              <a:ext cx="137805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まとめ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試験</a:t>
              </a:r>
            </a:p>
          </p:txBody>
        </p:sp>
        <p:cxnSp>
          <p:nvCxnSpPr>
            <p:cNvPr id="125" name="直線矢印コネクタ 124">
              <a:extLst>
                <a:ext uri="{FF2B5EF4-FFF2-40B4-BE49-F238E27FC236}">
                  <a16:creationId xmlns:a16="http://schemas.microsoft.com/office/drawing/2014/main" id="{A2316393-0E4C-83B6-46B1-4D02C129264B}"/>
                </a:ext>
              </a:extLst>
            </p:cNvPr>
            <p:cNvCxnSpPr>
              <a:cxnSpLocks/>
              <a:stCxn id="8" idx="2"/>
              <a:endCxn id="35" idx="0"/>
            </p:cNvCxnSpPr>
            <p:nvPr/>
          </p:nvCxnSpPr>
          <p:spPr>
            <a:xfrm>
              <a:off x="3162301" y="7792519"/>
              <a:ext cx="0" cy="302088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1C48EFB4-F51C-5F5F-A161-70F0C4E4ED41}"/>
                </a:ext>
              </a:extLst>
            </p:cNvPr>
            <p:cNvCxnSpPr>
              <a:cxnSpLocks/>
              <a:stCxn id="9" idx="2"/>
              <a:endCxn id="36" idx="0"/>
            </p:cNvCxnSpPr>
            <p:nvPr/>
          </p:nvCxnSpPr>
          <p:spPr>
            <a:xfrm>
              <a:off x="9667713" y="7824221"/>
              <a:ext cx="0" cy="27038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カギ線コネクタ 130">
              <a:extLst>
                <a:ext uri="{FF2B5EF4-FFF2-40B4-BE49-F238E27FC236}">
                  <a16:creationId xmlns:a16="http://schemas.microsoft.com/office/drawing/2014/main" id="{1C6311B9-119B-0F55-96CD-38CC6ABBA5ED}"/>
                </a:ext>
              </a:extLst>
            </p:cNvPr>
            <p:cNvCxnSpPr>
              <a:cxnSpLocks/>
              <a:stCxn id="35" idx="2"/>
              <a:endCxn id="7" idx="0"/>
            </p:cNvCxnSpPr>
            <p:nvPr/>
          </p:nvCxnSpPr>
          <p:spPr>
            <a:xfrm rot="5400000" flipH="1" flipV="1">
              <a:off x="2514123" y="1371262"/>
              <a:ext cx="7773357" cy="6477003"/>
            </a:xfrm>
            <a:prstGeom prst="bentConnector5">
              <a:avLst>
                <a:gd name="adj1" fmla="val -2941"/>
                <a:gd name="adj2" fmla="val 50324"/>
                <a:gd name="adj3" fmla="val 1029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カギ線コネクタ 135">
              <a:extLst>
                <a:ext uri="{FF2B5EF4-FFF2-40B4-BE49-F238E27FC236}">
                  <a16:creationId xmlns:a16="http://schemas.microsoft.com/office/drawing/2014/main" id="{3E7D3AFF-FFCA-28E4-149E-B3E8528BFEB7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rot="5400000" flipH="1" flipV="1">
              <a:off x="8932400" y="1309052"/>
              <a:ext cx="1356834" cy="2244000"/>
            </a:xfrm>
            <a:prstGeom prst="bentConnector5">
              <a:avLst>
                <a:gd name="adj1" fmla="val -16848"/>
                <a:gd name="adj2" fmla="val 50000"/>
                <a:gd name="adj3" fmla="val 11684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カギ線コネクタ 138">
              <a:extLst>
                <a:ext uri="{FF2B5EF4-FFF2-40B4-BE49-F238E27FC236}">
                  <a16:creationId xmlns:a16="http://schemas.microsoft.com/office/drawing/2014/main" id="{7B661206-5689-9B3B-48BB-3F2321571478}"/>
                </a:ext>
              </a:extLst>
            </p:cNvPr>
            <p:cNvCxnSpPr>
              <a:cxnSpLocks/>
              <a:stCxn id="15" idx="2"/>
              <a:endCxn id="27" idx="0"/>
            </p:cNvCxnSpPr>
            <p:nvPr/>
          </p:nvCxnSpPr>
          <p:spPr>
            <a:xfrm rot="5400000">
              <a:off x="8824665" y="1951265"/>
              <a:ext cx="762203" cy="3054104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5C8997-92ED-4180-3FB4-208C8CE9E6ED}"/>
                </a:ext>
              </a:extLst>
            </p:cNvPr>
            <p:cNvSpPr txBox="1"/>
            <p:nvPr/>
          </p:nvSpPr>
          <p:spPr>
            <a:xfrm>
              <a:off x="7306357" y="3407819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官僚</a:t>
              </a:r>
            </a:p>
          </p:txBody>
        </p:sp>
        <p:cxnSp>
          <p:nvCxnSpPr>
            <p:cNvPr id="144" name="カギ線コネクタ 143">
              <a:extLst>
                <a:ext uri="{FF2B5EF4-FFF2-40B4-BE49-F238E27FC236}">
                  <a16:creationId xmlns:a16="http://schemas.microsoft.com/office/drawing/2014/main" id="{2743F743-6B44-515A-6C60-B54D86096538}"/>
                </a:ext>
              </a:extLst>
            </p:cNvPr>
            <p:cNvCxnSpPr>
              <a:cxnSpLocks/>
              <a:stCxn id="28" idx="2"/>
              <a:endCxn id="41" idx="0"/>
            </p:cNvCxnSpPr>
            <p:nvPr/>
          </p:nvCxnSpPr>
          <p:spPr>
            <a:xfrm rot="5400000" flipH="1" flipV="1">
              <a:off x="7964206" y="3512747"/>
              <a:ext cx="1418013" cy="1988999"/>
            </a:xfrm>
            <a:prstGeom prst="bentConnector5">
              <a:avLst>
                <a:gd name="adj1" fmla="val -16121"/>
                <a:gd name="adj2" fmla="val 46680"/>
                <a:gd name="adj3" fmla="val 11612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カギ線コネクタ 146">
              <a:extLst>
                <a:ext uri="{FF2B5EF4-FFF2-40B4-BE49-F238E27FC236}">
                  <a16:creationId xmlns:a16="http://schemas.microsoft.com/office/drawing/2014/main" id="{CDAF6DFE-8CF4-D4B9-69B7-A3A9D9BE3975}"/>
                </a:ext>
              </a:extLst>
            </p:cNvPr>
            <p:cNvCxnSpPr>
              <a:cxnSpLocks/>
              <a:stCxn id="31" idx="2"/>
              <a:endCxn id="42" idx="0"/>
            </p:cNvCxnSpPr>
            <p:nvPr/>
          </p:nvCxnSpPr>
          <p:spPr>
            <a:xfrm rot="5400000" flipH="1" flipV="1">
              <a:off x="9539412" y="3926541"/>
              <a:ext cx="2232113" cy="1975512"/>
            </a:xfrm>
            <a:prstGeom prst="bentConnector5">
              <a:avLst>
                <a:gd name="adj1" fmla="val -10241"/>
                <a:gd name="adj2" fmla="val 46657"/>
                <a:gd name="adj3" fmla="val 1102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3ADBD934-456A-A93B-E02A-676A3346AA87}"/>
                </a:ext>
              </a:extLst>
            </p:cNvPr>
            <p:cNvSpPr txBox="1"/>
            <p:nvPr/>
          </p:nvSpPr>
          <p:spPr>
            <a:xfrm>
              <a:off x="9300838" y="3403970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制度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792B36-7E3C-516E-037F-3274D6D6295D}"/>
                </a:ext>
              </a:extLst>
            </p:cNvPr>
            <p:cNvSpPr txBox="1"/>
            <p:nvPr/>
          </p:nvSpPr>
          <p:spPr>
            <a:xfrm>
              <a:off x="11130427" y="3407819"/>
              <a:ext cx="101626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隣接分野</a:t>
              </a:r>
            </a:p>
          </p:txBody>
        </p:sp>
        <p:cxnSp>
          <p:nvCxnSpPr>
            <p:cNvPr id="150" name="カギ線コネクタ 149">
              <a:extLst>
                <a:ext uri="{FF2B5EF4-FFF2-40B4-BE49-F238E27FC236}">
                  <a16:creationId xmlns:a16="http://schemas.microsoft.com/office/drawing/2014/main" id="{CA475013-3422-1E52-A3BF-58DDC2DE4D64}"/>
                </a:ext>
              </a:extLst>
            </p:cNvPr>
            <p:cNvCxnSpPr>
              <a:cxnSpLocks/>
              <a:stCxn id="34" idx="2"/>
              <a:endCxn id="9" idx="0"/>
            </p:cNvCxnSpPr>
            <p:nvPr/>
          </p:nvCxnSpPr>
          <p:spPr>
            <a:xfrm rot="5400000">
              <a:off x="9966197" y="5731870"/>
              <a:ext cx="1392033" cy="1988999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カギ線コネクタ 152">
              <a:extLst>
                <a:ext uri="{FF2B5EF4-FFF2-40B4-BE49-F238E27FC236}">
                  <a16:creationId xmlns:a16="http://schemas.microsoft.com/office/drawing/2014/main" id="{2B5E7323-5A49-6053-AFE4-A4640396FE72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 rot="5400000">
              <a:off x="8750204" y="863534"/>
              <a:ext cx="627715" cy="1150487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941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EEDEE0F0-4F44-2EDC-68AC-0D713FD9FCD3}"/>
              </a:ext>
            </a:extLst>
          </p:cNvPr>
          <p:cNvGrpSpPr/>
          <p:nvPr/>
        </p:nvGrpSpPr>
        <p:grpSpPr>
          <a:xfrm>
            <a:off x="1389605" y="1523480"/>
            <a:ext cx="9751361" cy="5630826"/>
            <a:chOff x="1389605" y="1523480"/>
            <a:chExt cx="9751361" cy="5630826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06562B9-5ED5-1700-FB0B-8578407DC28B}"/>
                </a:ext>
              </a:extLst>
            </p:cNvPr>
            <p:cNvSpPr/>
            <p:nvPr/>
          </p:nvSpPr>
          <p:spPr>
            <a:xfrm>
              <a:off x="4368881" y="2358916"/>
              <a:ext cx="4253023" cy="2509284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BBCFD8A4-0BCE-AD7D-00AF-57826F3AF7D7}"/>
                </a:ext>
              </a:extLst>
            </p:cNvPr>
            <p:cNvSpPr txBox="1"/>
            <p:nvPr/>
          </p:nvSpPr>
          <p:spPr>
            <a:xfrm>
              <a:off x="5221645" y="2358916"/>
              <a:ext cx="25474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政治システム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5415830-D26C-1154-BEFE-420FB6491CAC}"/>
                </a:ext>
              </a:extLst>
            </p:cNvPr>
            <p:cNvSpPr txBox="1"/>
            <p:nvPr/>
          </p:nvSpPr>
          <p:spPr>
            <a:xfrm>
              <a:off x="8006349" y="2928900"/>
              <a:ext cx="615553" cy="136931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権威</a:t>
              </a: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3C2C4E7B-4548-D44D-9C35-02C6973E278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8621902" y="3613558"/>
              <a:ext cx="1362925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カギ線コネクタ 15">
              <a:extLst>
                <a:ext uri="{FF2B5EF4-FFF2-40B4-BE49-F238E27FC236}">
                  <a16:creationId xmlns:a16="http://schemas.microsoft.com/office/drawing/2014/main" id="{5DEFE40C-DBCA-7BCC-A297-89A59B669C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4160" y="2943691"/>
              <a:ext cx="1864719" cy="763836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726C3DF7-8DAD-9C6E-83C6-2AF0E24429D0}"/>
                </a:ext>
              </a:extLst>
            </p:cNvPr>
            <p:cNvSpPr txBox="1"/>
            <p:nvPr/>
          </p:nvSpPr>
          <p:spPr>
            <a:xfrm>
              <a:off x="4377910" y="2943691"/>
              <a:ext cx="615553" cy="1369316"/>
            </a:xfrm>
            <a:prstGeom prst="rect">
              <a:avLst/>
            </a:prstGeom>
            <a:noFill/>
            <a:ln w="28575"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cxnSp>
          <p:nvCxnSpPr>
            <p:cNvPr id="21" name="カギ線コネクタ 20">
              <a:extLst>
                <a:ext uri="{FF2B5EF4-FFF2-40B4-BE49-F238E27FC236}">
                  <a16:creationId xmlns:a16="http://schemas.microsoft.com/office/drawing/2014/main" id="{3555D98E-A435-2E94-ADD8-54DB41C6B14E}"/>
                </a:ext>
              </a:extLst>
            </p:cNvPr>
            <p:cNvCxnSpPr>
              <a:cxnSpLocks/>
            </p:cNvCxnSpPr>
            <p:nvPr/>
          </p:nvCxnSpPr>
          <p:spPr>
            <a:xfrm>
              <a:off x="2504160" y="3707527"/>
              <a:ext cx="1864719" cy="584775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29A8535E-7F87-5813-B76B-E810E8ACADEA}"/>
                </a:ext>
              </a:extLst>
            </p:cNvPr>
            <p:cNvSpPr/>
            <p:nvPr/>
          </p:nvSpPr>
          <p:spPr>
            <a:xfrm>
              <a:off x="4377910" y="5552858"/>
              <a:ext cx="4253023" cy="681624"/>
            </a:xfrm>
            <a:prstGeom prst="rect">
              <a:avLst/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3" name="カギ線コネクタ 62">
              <a:extLst>
                <a:ext uri="{FF2B5EF4-FFF2-40B4-BE49-F238E27FC236}">
                  <a16:creationId xmlns:a16="http://schemas.microsoft.com/office/drawing/2014/main" id="{0D78BDB5-6821-37D3-F585-8CD24F3679BF}"/>
                </a:ext>
              </a:extLst>
            </p:cNvPr>
            <p:cNvCxnSpPr>
              <a:endCxn id="60" idx="3"/>
            </p:cNvCxnSpPr>
            <p:nvPr/>
          </p:nvCxnSpPr>
          <p:spPr>
            <a:xfrm rot="5400000">
              <a:off x="8167824" y="4076667"/>
              <a:ext cx="2280112" cy="1353894"/>
            </a:xfrm>
            <a:prstGeom prst="bentConnector2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03019173-E463-0C07-E3C7-68CCAB5A1C25}"/>
                </a:ext>
              </a:extLst>
            </p:cNvPr>
            <p:cNvCxnSpPr>
              <a:stCxn id="60" idx="3"/>
            </p:cNvCxnSpPr>
            <p:nvPr/>
          </p:nvCxnSpPr>
          <p:spPr>
            <a:xfrm flipH="1">
              <a:off x="4368879" y="5893670"/>
              <a:ext cx="426205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26B79891-B1FB-BAC3-23FA-4C2F61920E9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rot="10800000">
              <a:off x="2504160" y="3707528"/>
              <a:ext cx="1873750" cy="2186143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1B048F65-AC25-83F1-E922-021FB520072E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4386939" y="2943691"/>
              <a:ext cx="3619410" cy="66986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カギ線コネクタ 74">
              <a:extLst>
                <a:ext uri="{FF2B5EF4-FFF2-40B4-BE49-F238E27FC236}">
                  <a16:creationId xmlns:a16="http://schemas.microsoft.com/office/drawing/2014/main" id="{9EE71799-BC71-C28A-966C-D04D7BDA9E34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flipV="1">
              <a:off x="4386939" y="3613558"/>
              <a:ext cx="3619410" cy="67874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6830AD39-E732-6D68-A3EA-927AF62A6CA6}"/>
                </a:ext>
              </a:extLst>
            </p:cNvPr>
            <p:cNvSpPr txBox="1"/>
            <p:nvPr/>
          </p:nvSpPr>
          <p:spPr>
            <a:xfrm>
              <a:off x="3436519" y="241265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要求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1653A2A3-AC32-BA70-8620-15A310C6D80E}"/>
                </a:ext>
              </a:extLst>
            </p:cNvPr>
            <p:cNvSpPr txBox="1"/>
            <p:nvPr/>
          </p:nvSpPr>
          <p:spPr>
            <a:xfrm>
              <a:off x="3436519" y="431300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支持</a:t>
              </a:r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99D5A187-5C37-1702-AD87-50F1A1951C96}"/>
                </a:ext>
              </a:extLst>
            </p:cNvPr>
            <p:cNvSpPr txBox="1"/>
            <p:nvPr/>
          </p:nvSpPr>
          <p:spPr>
            <a:xfrm>
              <a:off x="8621902" y="3151892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決定・行為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ADD20EF1-9371-993E-95FA-A183D045E57C}"/>
                </a:ext>
              </a:extLst>
            </p:cNvPr>
            <p:cNvSpPr txBox="1"/>
            <p:nvPr/>
          </p:nvSpPr>
          <p:spPr>
            <a:xfrm>
              <a:off x="2504159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【①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入力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2" name="テキスト ボックス 81">
              <a:extLst>
                <a:ext uri="{FF2B5EF4-FFF2-40B4-BE49-F238E27FC236}">
                  <a16:creationId xmlns:a16="http://schemas.microsoft.com/office/drawing/2014/main" id="{797C436E-071A-91CF-BEE9-4F49253C6758}"/>
                </a:ext>
              </a:extLst>
            </p:cNvPr>
            <p:cNvSpPr txBox="1"/>
            <p:nvPr/>
          </p:nvSpPr>
          <p:spPr>
            <a:xfrm>
              <a:off x="5590320" y="1631211"/>
              <a:ext cx="16209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【②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変換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0F9375CB-F048-99D3-F590-DFA84989F81B}"/>
                </a:ext>
              </a:extLst>
            </p:cNvPr>
            <p:cNvSpPr txBox="1"/>
            <p:nvPr/>
          </p:nvSpPr>
          <p:spPr>
            <a:xfrm>
              <a:off x="8686997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【③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出力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89DAB1C2-914A-A268-8243-24B069345E0C}"/>
                </a:ext>
              </a:extLst>
            </p:cNvPr>
            <p:cNvSpPr txBox="1"/>
            <p:nvPr/>
          </p:nvSpPr>
          <p:spPr>
            <a:xfrm>
              <a:off x="4912253" y="5969991"/>
              <a:ext cx="297709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【④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フィードバック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AFA157EA-6CBE-6E69-6CBB-9602017866B6}"/>
                </a:ext>
              </a:extLst>
            </p:cNvPr>
            <p:cNvSpPr txBox="1"/>
            <p:nvPr/>
          </p:nvSpPr>
          <p:spPr>
            <a:xfrm>
              <a:off x="5898099" y="6569531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環境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A4D7246B-6B07-6BC9-F3C6-5C77D595750B}"/>
                </a:ext>
              </a:extLst>
            </p:cNvPr>
            <p:cNvSpPr/>
            <p:nvPr/>
          </p:nvSpPr>
          <p:spPr>
            <a:xfrm>
              <a:off x="1389605" y="1523480"/>
              <a:ext cx="9751361" cy="5630825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91299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126</TotalTime>
  <Words>142</Words>
  <Application>Microsoft Macintosh PowerPoint</Application>
  <PresentationFormat>A3 297x420 mm</PresentationFormat>
  <Paragraphs>60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8" baseType="lpstr">
      <vt:lpstr>HGPGothicE</vt:lpstr>
      <vt:lpstr>HGPSoeiKakugothicUB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淳平 鈴木</dc:creator>
  <cp:lastModifiedBy>鈴木　淳平</cp:lastModifiedBy>
  <cp:revision>5</cp:revision>
  <dcterms:created xsi:type="dcterms:W3CDTF">2025-10-30T06:11:06Z</dcterms:created>
  <dcterms:modified xsi:type="dcterms:W3CDTF">2026-02-02T10:22:23Z</dcterms:modified>
</cp:coreProperties>
</file>