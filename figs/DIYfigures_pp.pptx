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5" r:id="rId9"/>
    <p:sldId id="262" r:id="rId10"/>
    <p:sldId id="263" r:id="rId11"/>
    <p:sldId id="266" r:id="rId12"/>
    <p:sldId id="267" r:id="rId13"/>
    <p:sldId id="268" r:id="rId14"/>
    <p:sldId id="269" r:id="rId15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35"/>
    <p:restoredTop sz="94658"/>
  </p:normalViewPr>
  <p:slideViewPr>
    <p:cSldViewPr snapToGrid="0">
      <p:cViewPr varScale="1">
        <p:scale>
          <a:sx n="82" d="100"/>
          <a:sy n="82" d="100"/>
        </p:scale>
        <p:origin x="21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449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51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862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116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91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307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576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09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3608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500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1752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89380-344E-284F-BE0F-D796858BF56F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65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kumimoji="1"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kumimoji="1"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BFBB75E9-DDD7-71B5-1D9A-DFC8F0FA3D61}"/>
              </a:ext>
            </a:extLst>
          </p:cNvPr>
          <p:cNvGrpSpPr/>
          <p:nvPr/>
        </p:nvGrpSpPr>
        <p:grpSpPr>
          <a:xfrm>
            <a:off x="228459" y="657563"/>
            <a:ext cx="12344682" cy="8286074"/>
            <a:chOff x="228459" y="329892"/>
            <a:chExt cx="12344682" cy="8286074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DA067101-0DA1-C8D2-6320-95B906B79A98}"/>
                </a:ext>
              </a:extLst>
            </p:cNvPr>
            <p:cNvSpPr/>
            <p:nvPr/>
          </p:nvSpPr>
          <p:spPr>
            <a:xfrm>
              <a:off x="2230825" y="2622444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権力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71344F63-CA14-1A31-D8F9-95B53B0752C9}"/>
                </a:ext>
              </a:extLst>
            </p:cNvPr>
            <p:cNvSpPr/>
            <p:nvPr/>
          </p:nvSpPr>
          <p:spPr>
            <a:xfrm>
              <a:off x="2406457" y="723086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前期の導入</a:t>
              </a:r>
            </a:p>
          </p:txBody>
        </p: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97B77CC0-B32C-F47D-DB38-6D230C7B1C59}"/>
                </a:ext>
              </a:extLst>
            </p:cNvPr>
            <p:cNvCxnSpPr>
              <a:cxnSpLocks/>
              <a:stCxn id="11" idx="2"/>
              <a:endCxn id="16" idx="0"/>
            </p:cNvCxnSpPr>
            <p:nvPr/>
          </p:nvCxnSpPr>
          <p:spPr>
            <a:xfrm rot="5400000">
              <a:off x="1826810" y="2523927"/>
              <a:ext cx="69424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A084D47D-149A-30F0-4AAE-599B11361602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>
              <a:off x="3162299" y="1124921"/>
              <a:ext cx="2" cy="683760"/>
            </a:xfrm>
            <a:prstGeom prst="straightConnector1">
              <a:avLst/>
            </a:prstGeom>
            <a:ln w="38100">
              <a:headEnd type="oval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30F320E0-DE8A-CDC3-890B-944C9F782F87}"/>
                </a:ext>
              </a:extLst>
            </p:cNvPr>
            <p:cNvSpPr/>
            <p:nvPr/>
          </p:nvSpPr>
          <p:spPr>
            <a:xfrm>
              <a:off x="8883462" y="723085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後期の導入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8D3649AB-CB0A-E239-4DF3-0C3CC3B3784E}"/>
                </a:ext>
              </a:extLst>
            </p:cNvPr>
            <p:cNvSpPr/>
            <p:nvPr/>
          </p:nvSpPr>
          <p:spPr>
            <a:xfrm>
              <a:off x="2364455" y="7390684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前期まとめ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CE39C674-0195-9A95-A47D-3F42C5D65D06}"/>
                </a:ext>
              </a:extLst>
            </p:cNvPr>
            <p:cNvSpPr/>
            <p:nvPr/>
          </p:nvSpPr>
          <p:spPr>
            <a:xfrm>
              <a:off x="8869867" y="7422386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後期まとめ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F7ACFBE-F365-BF6E-3019-DC19891D3C68}"/>
                </a:ext>
              </a:extLst>
            </p:cNvPr>
            <p:cNvSpPr/>
            <p:nvPr/>
          </p:nvSpPr>
          <p:spPr>
            <a:xfrm>
              <a:off x="2230825" y="1808681"/>
              <a:ext cx="1862951" cy="5427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全体像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2D52B3-EC91-5852-BB13-238ECD1EA3EA}"/>
                </a:ext>
              </a:extLst>
            </p:cNvPr>
            <p:cNvSpPr/>
            <p:nvPr/>
          </p:nvSpPr>
          <p:spPr>
            <a:xfrm>
              <a:off x="7557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モデル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4E9BC466-F779-A048-8A07-96A9FA59BFCE}"/>
                </a:ext>
              </a:extLst>
            </p:cNvPr>
            <p:cNvSpPr/>
            <p:nvPr/>
          </p:nvSpPr>
          <p:spPr>
            <a:xfrm>
              <a:off x="7557341" y="25667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課題設定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政策ネットワーク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50C0BC3C-749B-1797-B5FB-588CA8D8A967}"/>
                </a:ext>
              </a:extLst>
            </p:cNvPr>
            <p:cNvSpPr/>
            <p:nvPr/>
          </p:nvSpPr>
          <p:spPr>
            <a:xfrm>
              <a:off x="9801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メディア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43E73B3D-8F3D-672D-BEA3-A5206CE30E3D}"/>
                </a:ext>
              </a:extLst>
            </p:cNvPr>
            <p:cNvSpPr/>
            <p:nvPr/>
          </p:nvSpPr>
          <p:spPr>
            <a:xfrm>
              <a:off x="9801342" y="2554482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組織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6C871109-4ABC-5AFB-80C1-A4A584FC9451}"/>
                </a:ext>
              </a:extLst>
            </p:cNvPr>
            <p:cNvSpPr/>
            <p:nvPr/>
          </p:nvSpPr>
          <p:spPr>
            <a:xfrm>
              <a:off x="387713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市民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政治参加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6053CC82-AEF3-3077-C51D-4867A565F04F}"/>
                </a:ext>
              </a:extLst>
            </p:cNvPr>
            <p:cNvSpPr/>
            <p:nvPr/>
          </p:nvSpPr>
          <p:spPr>
            <a:xfrm>
              <a:off x="387713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投票参加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E154D166-03F2-4307-E6BA-CF94F003DCCE}"/>
                </a:ext>
              </a:extLst>
            </p:cNvPr>
            <p:cNvSpPr/>
            <p:nvPr/>
          </p:nvSpPr>
          <p:spPr>
            <a:xfrm>
              <a:off x="387713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投票行動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C38E2025-3163-9C63-F803-B90BCF147D68}"/>
                </a:ext>
              </a:extLst>
            </p:cNvPr>
            <p:cNvSpPr/>
            <p:nvPr/>
          </p:nvSpPr>
          <p:spPr>
            <a:xfrm>
              <a:off x="387713" y="63017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選挙制度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BEDDA7BE-34BD-ADC8-48EF-F5732DE94BDB}"/>
                </a:ext>
              </a:extLst>
            </p:cNvPr>
            <p:cNvSpPr/>
            <p:nvPr/>
          </p:nvSpPr>
          <p:spPr>
            <a:xfrm>
              <a:off x="2364455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8B000975-3B14-69E2-7317-E3947EA94C4D}"/>
                </a:ext>
              </a:extLst>
            </p:cNvPr>
            <p:cNvSpPr/>
            <p:nvPr/>
          </p:nvSpPr>
          <p:spPr>
            <a:xfrm>
              <a:off x="2364455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政党システム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73F819F4-266C-62D2-1577-30C6FCBD108A}"/>
                </a:ext>
              </a:extLst>
            </p:cNvPr>
            <p:cNvSpPr/>
            <p:nvPr/>
          </p:nvSpPr>
          <p:spPr>
            <a:xfrm>
              <a:off x="2364455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政党間競争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協力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8F6BD057-F7ED-373B-2D46-B8CF24F2CD45}"/>
                </a:ext>
              </a:extLst>
            </p:cNvPr>
            <p:cNvSpPr/>
            <p:nvPr/>
          </p:nvSpPr>
          <p:spPr>
            <a:xfrm>
              <a:off x="434119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利益集団・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60E17D6E-8713-B518-EEF9-8A803878FAF9}"/>
                </a:ext>
              </a:extLst>
            </p:cNvPr>
            <p:cNvSpPr/>
            <p:nvPr/>
          </p:nvSpPr>
          <p:spPr>
            <a:xfrm>
              <a:off x="434119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930DC901-F9D4-D354-7645-477182180CBE}"/>
                </a:ext>
              </a:extLst>
            </p:cNvPr>
            <p:cNvSpPr/>
            <p:nvPr/>
          </p:nvSpPr>
          <p:spPr>
            <a:xfrm>
              <a:off x="434119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利益代表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制度</a:t>
              </a:r>
            </a:p>
          </p:txBody>
        </p:sp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7D722CF9-2D57-3CCE-9F8C-4176FF516CB7}"/>
                </a:ext>
              </a:extLst>
            </p:cNvPr>
            <p:cNvSpPr/>
            <p:nvPr/>
          </p:nvSpPr>
          <p:spPr>
            <a:xfrm>
              <a:off x="6880868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官僚と官僚制</a:t>
              </a:r>
            </a:p>
          </p:txBody>
        </p:sp>
        <p:sp>
          <p:nvSpPr>
            <p:cNvPr id="28" name="角丸四角形 27">
              <a:extLst>
                <a:ext uri="{FF2B5EF4-FFF2-40B4-BE49-F238E27FC236}">
                  <a16:creationId xmlns:a16="http://schemas.microsoft.com/office/drawing/2014/main" id="{F96833A3-8420-A1FD-3403-52763A63C043}"/>
                </a:ext>
              </a:extLst>
            </p:cNvPr>
            <p:cNvSpPr/>
            <p:nvPr/>
          </p:nvSpPr>
          <p:spPr>
            <a:xfrm>
              <a:off x="6880868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政策実施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過程</a:t>
              </a: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A1A067D7-E756-F98F-5180-F9CCDBB946A4}"/>
                </a:ext>
              </a:extLst>
            </p:cNvPr>
            <p:cNvSpPr/>
            <p:nvPr/>
          </p:nvSpPr>
          <p:spPr>
            <a:xfrm>
              <a:off x="886986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議会制度</a:t>
              </a:r>
            </a:p>
          </p:txBody>
        </p:sp>
        <p:sp>
          <p:nvSpPr>
            <p:cNvPr id="30" name="角丸四角形 29">
              <a:extLst>
                <a:ext uri="{FF2B5EF4-FFF2-40B4-BE49-F238E27FC236}">
                  <a16:creationId xmlns:a16="http://schemas.microsoft.com/office/drawing/2014/main" id="{C9F81858-1572-FA65-3B9A-EAD576FE48EA}"/>
                </a:ext>
              </a:extLst>
            </p:cNvPr>
            <p:cNvSpPr/>
            <p:nvPr/>
          </p:nvSpPr>
          <p:spPr>
            <a:xfrm>
              <a:off x="886986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執政制度</a:t>
              </a: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2A2BAA0C-1A79-9A01-A1A6-CAE54D3679D9}"/>
                </a:ext>
              </a:extLst>
            </p:cNvPr>
            <p:cNvSpPr/>
            <p:nvPr/>
          </p:nvSpPr>
          <p:spPr>
            <a:xfrm>
              <a:off x="886986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地方自治制度</a:t>
              </a:r>
            </a:p>
          </p:txBody>
        </p:sp>
        <p:sp>
          <p:nvSpPr>
            <p:cNvPr id="32" name="角丸四角形 31">
              <a:extLst>
                <a:ext uri="{FF2B5EF4-FFF2-40B4-BE49-F238E27FC236}">
                  <a16:creationId xmlns:a16="http://schemas.microsoft.com/office/drawing/2014/main" id="{D1517968-CEA0-B9AE-40BB-6C396A54606E}"/>
                </a:ext>
              </a:extLst>
            </p:cNvPr>
            <p:cNvSpPr/>
            <p:nvPr/>
          </p:nvSpPr>
          <p:spPr>
            <a:xfrm>
              <a:off x="10858866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経済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3" name="角丸四角形 32">
              <a:extLst>
                <a:ext uri="{FF2B5EF4-FFF2-40B4-BE49-F238E27FC236}">
                  <a16:creationId xmlns:a16="http://schemas.microsoft.com/office/drawing/2014/main" id="{99D33750-9267-D581-6770-C0C851E6EFD3}"/>
                </a:ext>
              </a:extLst>
            </p:cNvPr>
            <p:cNvSpPr/>
            <p:nvPr/>
          </p:nvSpPr>
          <p:spPr>
            <a:xfrm>
              <a:off x="10858866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国際関係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3F8F8F58-8886-7952-DB1D-4EF1BC006DB6}"/>
                </a:ext>
              </a:extLst>
            </p:cNvPr>
            <p:cNvSpPr/>
            <p:nvPr/>
          </p:nvSpPr>
          <p:spPr>
            <a:xfrm>
              <a:off x="10858866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権威主義</a:t>
              </a:r>
              <a:r>
                <a:rPr kumimoji="1" lang="ja-JP" altLang="en-US" sz="105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endParaRPr kumimoji="1" lang="en-US" altLang="ja-JP" sz="105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5" name="角丸四角形 34">
              <a:extLst>
                <a:ext uri="{FF2B5EF4-FFF2-40B4-BE49-F238E27FC236}">
                  <a16:creationId xmlns:a16="http://schemas.microsoft.com/office/drawing/2014/main" id="{4D7400F5-EB0A-5DAA-10CD-95B54CD658C0}"/>
                </a:ext>
              </a:extLst>
            </p:cNvPr>
            <p:cNvSpPr/>
            <p:nvPr/>
          </p:nvSpPr>
          <p:spPr>
            <a:xfrm>
              <a:off x="2364455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期末試験</a:t>
              </a: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24D4167A-7141-FB51-6ED5-12234E0B6C22}"/>
                </a:ext>
              </a:extLst>
            </p:cNvPr>
            <p:cNvSpPr/>
            <p:nvPr/>
          </p:nvSpPr>
          <p:spPr>
            <a:xfrm>
              <a:off x="8869867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学年末試験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9F592AE2-0496-216A-66C9-B06082D0402F}"/>
                </a:ext>
              </a:extLst>
            </p:cNvPr>
            <p:cNvSpPr/>
            <p:nvPr/>
          </p:nvSpPr>
          <p:spPr>
            <a:xfrm>
              <a:off x="1712938" y="1616891"/>
              <a:ext cx="10433753" cy="175055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9C8C945D-5B0C-7787-0F4E-67C5D1B88799}"/>
                </a:ext>
              </a:extLst>
            </p:cNvPr>
            <p:cNvSpPr/>
            <p:nvPr/>
          </p:nvSpPr>
          <p:spPr>
            <a:xfrm>
              <a:off x="228459" y="3798240"/>
              <a:ext cx="1859833" cy="31833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7C4B2DCF-8B8B-351A-896C-6CC368894146}"/>
                </a:ext>
              </a:extLst>
            </p:cNvPr>
            <p:cNvSpPr/>
            <p:nvPr/>
          </p:nvSpPr>
          <p:spPr>
            <a:xfrm>
              <a:off x="2233943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9C990093-2446-06F5-615F-5CBF58EDC737}"/>
                </a:ext>
              </a:extLst>
            </p:cNvPr>
            <p:cNvSpPr/>
            <p:nvPr/>
          </p:nvSpPr>
          <p:spPr>
            <a:xfrm>
              <a:off x="422428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314BC540-DA44-081E-FFE2-1217FD112873}"/>
                </a:ext>
              </a:extLst>
            </p:cNvPr>
            <p:cNvSpPr/>
            <p:nvPr/>
          </p:nvSpPr>
          <p:spPr>
            <a:xfrm>
              <a:off x="8737796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DC2C5172-4F97-45A9-4669-143FE20F7DD5}"/>
                </a:ext>
              </a:extLst>
            </p:cNvPr>
            <p:cNvSpPr/>
            <p:nvPr/>
          </p:nvSpPr>
          <p:spPr>
            <a:xfrm>
              <a:off x="1071330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E468439A-FD6A-792D-3BF6-642FB40661FD}"/>
                </a:ext>
              </a:extLst>
            </p:cNvPr>
            <p:cNvSpPr/>
            <p:nvPr/>
          </p:nvSpPr>
          <p:spPr>
            <a:xfrm>
              <a:off x="6805184" y="3798240"/>
              <a:ext cx="1859833" cy="158930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552EF844-9A95-908B-AA2C-B8EE06D10CC5}"/>
                </a:ext>
              </a:extLst>
            </p:cNvPr>
            <p:cNvSpPr txBox="1"/>
            <p:nvPr/>
          </p:nvSpPr>
          <p:spPr>
            <a:xfrm>
              <a:off x="1712938" y="1413492"/>
              <a:ext cx="18629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政治過程の全体像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895A84ED-DD74-30B3-9782-C712B7A4F774}"/>
                </a:ext>
              </a:extLst>
            </p:cNvPr>
            <p:cNvSpPr txBox="1"/>
            <p:nvPr/>
          </p:nvSpPr>
          <p:spPr>
            <a:xfrm>
              <a:off x="779116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市民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57D92AE8-EFE5-5136-9790-D605729C3E76}"/>
                </a:ext>
              </a:extLst>
            </p:cNvPr>
            <p:cNvSpPr/>
            <p:nvPr/>
          </p:nvSpPr>
          <p:spPr>
            <a:xfrm>
              <a:off x="2163506" y="7190606"/>
              <a:ext cx="8683104" cy="1425360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51E0F06B-D53B-C0FC-B972-780308ECAEF7}"/>
                </a:ext>
              </a:extLst>
            </p:cNvPr>
            <p:cNvSpPr/>
            <p:nvPr/>
          </p:nvSpPr>
          <p:spPr>
            <a:xfrm>
              <a:off x="1782455" y="533291"/>
              <a:ext cx="9203224" cy="70890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15386CF-C903-8A66-0F10-F71D901A9C96}"/>
                </a:ext>
              </a:extLst>
            </p:cNvPr>
            <p:cNvSpPr txBox="1"/>
            <p:nvPr/>
          </p:nvSpPr>
          <p:spPr>
            <a:xfrm>
              <a:off x="1782454" y="32989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イントロダクション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4ECE68D-9572-B943-AEB6-56F212B835C1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3162301" y="2351414"/>
              <a:ext cx="0" cy="271030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AE39A9C4-8BAB-6168-B47E-F58BEC7FE50C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1185559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線矢印コネクタ 75">
              <a:extLst>
                <a:ext uri="{FF2B5EF4-FFF2-40B4-BE49-F238E27FC236}">
                  <a16:creationId xmlns:a16="http://schemas.microsoft.com/office/drawing/2014/main" id="{9F59040F-4893-6634-3F7B-ECFC0650F06B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>
              <a:off x="1185559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74858A88-C3EB-FA2B-9B7B-5A98856E9669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 rot="5400000" flipH="1" flipV="1">
              <a:off x="681413" y="4363565"/>
              <a:ext cx="2985034" cy="1976742"/>
            </a:xfrm>
            <a:prstGeom prst="bentConnector5">
              <a:avLst>
                <a:gd name="adj1" fmla="val -7658"/>
                <a:gd name="adj2" fmla="val 50000"/>
                <a:gd name="adj3" fmla="val 10765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直線矢印コネクタ 78">
              <a:extLst>
                <a:ext uri="{FF2B5EF4-FFF2-40B4-BE49-F238E27FC236}">
                  <a16:creationId xmlns:a16="http://schemas.microsoft.com/office/drawing/2014/main" id="{2174D16D-CF56-7218-9852-58BA5607075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1185559" y="60303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438A0CB8-B6D1-6A51-DE62-E453ED1F22C3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3162301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971278CE-0E5F-8A6A-B4B5-59DFF5E44F36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>
              <a:off x="3162301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線矢印コネクタ 90">
              <a:extLst>
                <a:ext uri="{FF2B5EF4-FFF2-40B4-BE49-F238E27FC236}">
                  <a16:creationId xmlns:a16="http://schemas.microsoft.com/office/drawing/2014/main" id="{5513379D-64FE-01F9-82B2-37E6DE6278B7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513904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C289066C-54E3-DAF3-FBA3-ED0956EC7A73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>
              <a:off x="513904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16EB176D-490C-13A2-B01F-D5B578E9CC33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7678714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E8674F36-F8F4-27E6-136B-5B7C0A994775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966771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424B9C86-1882-55DF-BA97-790AC95EC91C}"/>
                </a:ext>
              </a:extLst>
            </p:cNvPr>
            <p:cNvCxnSpPr>
              <a:cxnSpLocks/>
              <a:stCxn id="30" idx="2"/>
              <a:endCxn id="31" idx="0"/>
            </p:cNvCxnSpPr>
            <p:nvPr/>
          </p:nvCxnSpPr>
          <p:spPr>
            <a:xfrm>
              <a:off x="966771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8116C3DC-0AED-0974-A00B-7D8FA31721F2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>
              <a:off x="11656712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矢印コネクタ 108">
              <a:extLst>
                <a:ext uri="{FF2B5EF4-FFF2-40B4-BE49-F238E27FC236}">
                  <a16:creationId xmlns:a16="http://schemas.microsoft.com/office/drawing/2014/main" id="{A929CE7C-DA26-1EEB-1F34-5F15A35E2CC8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>
              <a:off x="11656712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線矢印コネクタ 111">
              <a:extLst>
                <a:ext uri="{FF2B5EF4-FFF2-40B4-BE49-F238E27FC236}">
                  <a16:creationId xmlns:a16="http://schemas.microsoft.com/office/drawing/2014/main" id="{0B229170-85CF-7EAC-121B-6203CAE3FA99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8488817" y="2295369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線矢印コネクタ 115">
              <a:extLst>
                <a:ext uri="{FF2B5EF4-FFF2-40B4-BE49-F238E27FC236}">
                  <a16:creationId xmlns:a16="http://schemas.microsoft.com/office/drawing/2014/main" id="{AA4129A1-26F4-A9DE-D01C-799AF0F9CB12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10732817" y="2295369"/>
              <a:ext cx="1" cy="259113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4B7FE736-A406-78FA-848F-F0543CCE3279}"/>
                </a:ext>
              </a:extLst>
            </p:cNvPr>
            <p:cNvSpPr txBox="1"/>
            <p:nvPr/>
          </p:nvSpPr>
          <p:spPr>
            <a:xfrm>
              <a:off x="2783041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政党</a:t>
              </a:r>
            </a:p>
          </p:txBody>
        </p:sp>
        <p:cxnSp>
          <p:nvCxnSpPr>
            <p:cNvPr id="119" name="カギ線コネクタ 118">
              <a:extLst>
                <a:ext uri="{FF2B5EF4-FFF2-40B4-BE49-F238E27FC236}">
                  <a16:creationId xmlns:a16="http://schemas.microsoft.com/office/drawing/2014/main" id="{48D65B9D-6AB3-DDF3-9AD9-3B1E1CECBC98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5400000" flipH="1" flipV="1">
              <a:off x="3065205" y="3956515"/>
              <a:ext cx="2170934" cy="1976742"/>
            </a:xfrm>
            <a:prstGeom prst="bentConnector5">
              <a:avLst>
                <a:gd name="adj1" fmla="val -10530"/>
                <a:gd name="adj2" fmla="val 50000"/>
                <a:gd name="adj3" fmla="val 11053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19BA15D0-4F72-3129-540F-EB7B1A75A632}"/>
                </a:ext>
              </a:extLst>
            </p:cNvPr>
            <p:cNvSpPr txBox="1"/>
            <p:nvPr/>
          </p:nvSpPr>
          <p:spPr>
            <a:xfrm>
              <a:off x="4620588" y="3410368"/>
              <a:ext cx="100583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利益団体</a:t>
              </a:r>
            </a:p>
          </p:txBody>
        </p:sp>
        <p:cxnSp>
          <p:nvCxnSpPr>
            <p:cNvPr id="122" name="カギ線コネクタ 121">
              <a:extLst>
                <a:ext uri="{FF2B5EF4-FFF2-40B4-BE49-F238E27FC236}">
                  <a16:creationId xmlns:a16="http://schemas.microsoft.com/office/drawing/2014/main" id="{64C6AA1A-57C4-8467-BDC6-7BEA2CA6ACC9}"/>
                </a:ext>
              </a:extLst>
            </p:cNvPr>
            <p:cNvCxnSpPr>
              <a:cxnSpLocks/>
              <a:stCxn id="26" idx="2"/>
              <a:endCxn id="8" idx="0"/>
            </p:cNvCxnSpPr>
            <p:nvPr/>
          </p:nvCxnSpPr>
          <p:spPr>
            <a:xfrm rot="5400000">
              <a:off x="3470507" y="5722147"/>
              <a:ext cx="136033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D5752B3-0540-7DE6-AD8F-1B4B7CEC6DE1}"/>
                </a:ext>
              </a:extLst>
            </p:cNvPr>
            <p:cNvSpPr txBox="1"/>
            <p:nvPr/>
          </p:nvSpPr>
          <p:spPr>
            <a:xfrm>
              <a:off x="2163506" y="6987207"/>
              <a:ext cx="137805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まとめ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試験</a:t>
              </a:r>
            </a:p>
          </p:txBody>
        </p:sp>
        <p:cxnSp>
          <p:nvCxnSpPr>
            <p:cNvPr id="125" name="直線矢印コネクタ 124">
              <a:extLst>
                <a:ext uri="{FF2B5EF4-FFF2-40B4-BE49-F238E27FC236}">
                  <a16:creationId xmlns:a16="http://schemas.microsoft.com/office/drawing/2014/main" id="{A2316393-0E4C-83B6-46B1-4D02C129264B}"/>
                </a:ext>
              </a:extLst>
            </p:cNvPr>
            <p:cNvCxnSpPr>
              <a:cxnSpLocks/>
              <a:stCxn id="8" idx="2"/>
              <a:endCxn id="35" idx="0"/>
            </p:cNvCxnSpPr>
            <p:nvPr/>
          </p:nvCxnSpPr>
          <p:spPr>
            <a:xfrm>
              <a:off x="3162301" y="7792519"/>
              <a:ext cx="0" cy="302088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1C48EFB4-F51C-5F5F-A161-70F0C4E4ED41}"/>
                </a:ext>
              </a:extLst>
            </p:cNvPr>
            <p:cNvCxnSpPr>
              <a:cxnSpLocks/>
              <a:stCxn id="9" idx="2"/>
              <a:endCxn id="36" idx="0"/>
            </p:cNvCxnSpPr>
            <p:nvPr/>
          </p:nvCxnSpPr>
          <p:spPr>
            <a:xfrm>
              <a:off x="9667713" y="7824221"/>
              <a:ext cx="0" cy="27038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カギ線コネクタ 130">
              <a:extLst>
                <a:ext uri="{FF2B5EF4-FFF2-40B4-BE49-F238E27FC236}">
                  <a16:creationId xmlns:a16="http://schemas.microsoft.com/office/drawing/2014/main" id="{1C6311B9-119B-0F55-96CD-38CC6ABBA5ED}"/>
                </a:ext>
              </a:extLst>
            </p:cNvPr>
            <p:cNvCxnSpPr>
              <a:cxnSpLocks/>
              <a:stCxn id="35" idx="2"/>
              <a:endCxn id="7" idx="0"/>
            </p:cNvCxnSpPr>
            <p:nvPr/>
          </p:nvCxnSpPr>
          <p:spPr>
            <a:xfrm rot="5400000" flipH="1" flipV="1">
              <a:off x="2514123" y="1371262"/>
              <a:ext cx="7773357" cy="6477003"/>
            </a:xfrm>
            <a:prstGeom prst="bentConnector5">
              <a:avLst>
                <a:gd name="adj1" fmla="val -2941"/>
                <a:gd name="adj2" fmla="val 50324"/>
                <a:gd name="adj3" fmla="val 1029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カギ線コネクタ 135">
              <a:extLst>
                <a:ext uri="{FF2B5EF4-FFF2-40B4-BE49-F238E27FC236}">
                  <a16:creationId xmlns:a16="http://schemas.microsoft.com/office/drawing/2014/main" id="{3E7D3AFF-FFCA-28E4-149E-B3E8528BFEB7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rot="5400000" flipH="1" flipV="1">
              <a:off x="8932400" y="1309052"/>
              <a:ext cx="1356834" cy="2244000"/>
            </a:xfrm>
            <a:prstGeom prst="bentConnector5">
              <a:avLst>
                <a:gd name="adj1" fmla="val -16848"/>
                <a:gd name="adj2" fmla="val 50000"/>
                <a:gd name="adj3" fmla="val 11684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カギ線コネクタ 138">
              <a:extLst>
                <a:ext uri="{FF2B5EF4-FFF2-40B4-BE49-F238E27FC236}">
                  <a16:creationId xmlns:a16="http://schemas.microsoft.com/office/drawing/2014/main" id="{7B661206-5689-9B3B-48BB-3F2321571478}"/>
                </a:ext>
              </a:extLst>
            </p:cNvPr>
            <p:cNvCxnSpPr>
              <a:cxnSpLocks/>
              <a:stCxn id="15" idx="2"/>
              <a:endCxn id="27" idx="0"/>
            </p:cNvCxnSpPr>
            <p:nvPr/>
          </p:nvCxnSpPr>
          <p:spPr>
            <a:xfrm rot="5400000">
              <a:off x="8824665" y="1951265"/>
              <a:ext cx="762203" cy="3054104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5C8997-92ED-4180-3FB4-208C8CE9E6ED}"/>
                </a:ext>
              </a:extLst>
            </p:cNvPr>
            <p:cNvSpPr txBox="1"/>
            <p:nvPr/>
          </p:nvSpPr>
          <p:spPr>
            <a:xfrm>
              <a:off x="7306357" y="3407819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官僚</a:t>
              </a:r>
            </a:p>
          </p:txBody>
        </p:sp>
        <p:cxnSp>
          <p:nvCxnSpPr>
            <p:cNvPr id="144" name="カギ線コネクタ 143">
              <a:extLst>
                <a:ext uri="{FF2B5EF4-FFF2-40B4-BE49-F238E27FC236}">
                  <a16:creationId xmlns:a16="http://schemas.microsoft.com/office/drawing/2014/main" id="{2743F743-6B44-515A-6C60-B54D86096538}"/>
                </a:ext>
              </a:extLst>
            </p:cNvPr>
            <p:cNvCxnSpPr>
              <a:cxnSpLocks/>
              <a:stCxn id="28" idx="2"/>
              <a:endCxn id="41" idx="0"/>
            </p:cNvCxnSpPr>
            <p:nvPr/>
          </p:nvCxnSpPr>
          <p:spPr>
            <a:xfrm rot="5400000" flipH="1" flipV="1">
              <a:off x="7964206" y="3512747"/>
              <a:ext cx="1418013" cy="1988999"/>
            </a:xfrm>
            <a:prstGeom prst="bentConnector5">
              <a:avLst>
                <a:gd name="adj1" fmla="val -16121"/>
                <a:gd name="adj2" fmla="val 46680"/>
                <a:gd name="adj3" fmla="val 11612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カギ線コネクタ 146">
              <a:extLst>
                <a:ext uri="{FF2B5EF4-FFF2-40B4-BE49-F238E27FC236}">
                  <a16:creationId xmlns:a16="http://schemas.microsoft.com/office/drawing/2014/main" id="{CDAF6DFE-8CF4-D4B9-69B7-A3A9D9BE3975}"/>
                </a:ext>
              </a:extLst>
            </p:cNvPr>
            <p:cNvCxnSpPr>
              <a:cxnSpLocks/>
              <a:stCxn id="31" idx="2"/>
              <a:endCxn id="42" idx="0"/>
            </p:cNvCxnSpPr>
            <p:nvPr/>
          </p:nvCxnSpPr>
          <p:spPr>
            <a:xfrm rot="5400000" flipH="1" flipV="1">
              <a:off x="9539412" y="3926541"/>
              <a:ext cx="2232113" cy="1975512"/>
            </a:xfrm>
            <a:prstGeom prst="bentConnector5">
              <a:avLst>
                <a:gd name="adj1" fmla="val -10241"/>
                <a:gd name="adj2" fmla="val 46657"/>
                <a:gd name="adj3" fmla="val 1102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3ADBD934-456A-A93B-E02A-676A3346AA87}"/>
                </a:ext>
              </a:extLst>
            </p:cNvPr>
            <p:cNvSpPr txBox="1"/>
            <p:nvPr/>
          </p:nvSpPr>
          <p:spPr>
            <a:xfrm>
              <a:off x="9300838" y="3403970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制度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792B36-7E3C-516E-037F-3274D6D6295D}"/>
                </a:ext>
              </a:extLst>
            </p:cNvPr>
            <p:cNvSpPr txBox="1"/>
            <p:nvPr/>
          </p:nvSpPr>
          <p:spPr>
            <a:xfrm>
              <a:off x="11130427" y="3407819"/>
              <a:ext cx="101626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隣接分野</a:t>
              </a:r>
            </a:p>
          </p:txBody>
        </p:sp>
        <p:cxnSp>
          <p:nvCxnSpPr>
            <p:cNvPr id="150" name="カギ線コネクタ 149">
              <a:extLst>
                <a:ext uri="{FF2B5EF4-FFF2-40B4-BE49-F238E27FC236}">
                  <a16:creationId xmlns:a16="http://schemas.microsoft.com/office/drawing/2014/main" id="{CA475013-3422-1E52-A3BF-58DDC2DE4D64}"/>
                </a:ext>
              </a:extLst>
            </p:cNvPr>
            <p:cNvCxnSpPr>
              <a:cxnSpLocks/>
              <a:stCxn id="34" idx="2"/>
              <a:endCxn id="9" idx="0"/>
            </p:cNvCxnSpPr>
            <p:nvPr/>
          </p:nvCxnSpPr>
          <p:spPr>
            <a:xfrm rot="5400000">
              <a:off x="9966197" y="5731870"/>
              <a:ext cx="1392033" cy="1988999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カギ線コネクタ 152">
              <a:extLst>
                <a:ext uri="{FF2B5EF4-FFF2-40B4-BE49-F238E27FC236}">
                  <a16:creationId xmlns:a16="http://schemas.microsoft.com/office/drawing/2014/main" id="{2B5E7323-5A49-6053-AFE4-A4640396FE72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 rot="5400000">
              <a:off x="8750204" y="863534"/>
              <a:ext cx="627715" cy="1150487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941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EEDEE0F0-4F44-2EDC-68AC-0D713FD9FCD3}"/>
              </a:ext>
            </a:extLst>
          </p:cNvPr>
          <p:cNvGrpSpPr/>
          <p:nvPr/>
        </p:nvGrpSpPr>
        <p:grpSpPr>
          <a:xfrm>
            <a:off x="1389605" y="1523480"/>
            <a:ext cx="9751361" cy="5630826"/>
            <a:chOff x="1389605" y="1523480"/>
            <a:chExt cx="9751361" cy="5630826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706562B9-5ED5-1700-FB0B-8578407DC28B}"/>
                </a:ext>
              </a:extLst>
            </p:cNvPr>
            <p:cNvSpPr/>
            <p:nvPr/>
          </p:nvSpPr>
          <p:spPr>
            <a:xfrm>
              <a:off x="4368881" y="2358916"/>
              <a:ext cx="4253023" cy="2509284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BBCFD8A4-0BCE-AD7D-00AF-57826F3AF7D7}"/>
                </a:ext>
              </a:extLst>
            </p:cNvPr>
            <p:cNvSpPr txBox="1"/>
            <p:nvPr/>
          </p:nvSpPr>
          <p:spPr>
            <a:xfrm>
              <a:off x="5221645" y="2358916"/>
              <a:ext cx="25474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政治システム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5415830-D26C-1154-BEFE-420FB6491CAC}"/>
                </a:ext>
              </a:extLst>
            </p:cNvPr>
            <p:cNvSpPr txBox="1"/>
            <p:nvPr/>
          </p:nvSpPr>
          <p:spPr>
            <a:xfrm>
              <a:off x="8006349" y="2928900"/>
              <a:ext cx="615553" cy="136931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権威</a:t>
              </a: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3C2C4E7B-4548-D44D-9C35-02C6973E278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8621902" y="3613558"/>
              <a:ext cx="1362925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カギ線コネクタ 15">
              <a:extLst>
                <a:ext uri="{FF2B5EF4-FFF2-40B4-BE49-F238E27FC236}">
                  <a16:creationId xmlns:a16="http://schemas.microsoft.com/office/drawing/2014/main" id="{5DEFE40C-DBCA-7BCC-A297-89A59B669C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4160" y="2943691"/>
              <a:ext cx="1864719" cy="763836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726C3DF7-8DAD-9C6E-83C6-2AF0E24429D0}"/>
                </a:ext>
              </a:extLst>
            </p:cNvPr>
            <p:cNvSpPr txBox="1"/>
            <p:nvPr/>
          </p:nvSpPr>
          <p:spPr>
            <a:xfrm>
              <a:off x="4377910" y="2943691"/>
              <a:ext cx="615553" cy="1369316"/>
            </a:xfrm>
            <a:prstGeom prst="rect">
              <a:avLst/>
            </a:prstGeom>
            <a:noFill/>
            <a:ln w="28575"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cxnSp>
          <p:nvCxnSpPr>
            <p:cNvPr id="21" name="カギ線コネクタ 20">
              <a:extLst>
                <a:ext uri="{FF2B5EF4-FFF2-40B4-BE49-F238E27FC236}">
                  <a16:creationId xmlns:a16="http://schemas.microsoft.com/office/drawing/2014/main" id="{3555D98E-A435-2E94-ADD8-54DB41C6B14E}"/>
                </a:ext>
              </a:extLst>
            </p:cNvPr>
            <p:cNvCxnSpPr>
              <a:cxnSpLocks/>
            </p:cNvCxnSpPr>
            <p:nvPr/>
          </p:nvCxnSpPr>
          <p:spPr>
            <a:xfrm>
              <a:off x="2504160" y="3707527"/>
              <a:ext cx="1864719" cy="584775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29A8535E-7F87-5813-B76B-E810E8ACADEA}"/>
                </a:ext>
              </a:extLst>
            </p:cNvPr>
            <p:cNvSpPr/>
            <p:nvPr/>
          </p:nvSpPr>
          <p:spPr>
            <a:xfrm>
              <a:off x="4377910" y="5552858"/>
              <a:ext cx="4253023" cy="681624"/>
            </a:xfrm>
            <a:prstGeom prst="rect">
              <a:avLst/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3" name="カギ線コネクタ 62">
              <a:extLst>
                <a:ext uri="{FF2B5EF4-FFF2-40B4-BE49-F238E27FC236}">
                  <a16:creationId xmlns:a16="http://schemas.microsoft.com/office/drawing/2014/main" id="{0D78BDB5-6821-37D3-F585-8CD24F3679BF}"/>
                </a:ext>
              </a:extLst>
            </p:cNvPr>
            <p:cNvCxnSpPr>
              <a:endCxn id="60" idx="3"/>
            </p:cNvCxnSpPr>
            <p:nvPr/>
          </p:nvCxnSpPr>
          <p:spPr>
            <a:xfrm rot="5400000">
              <a:off x="8167824" y="4076667"/>
              <a:ext cx="2280112" cy="1353894"/>
            </a:xfrm>
            <a:prstGeom prst="bentConnector2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03019173-E463-0C07-E3C7-68CCAB5A1C25}"/>
                </a:ext>
              </a:extLst>
            </p:cNvPr>
            <p:cNvCxnSpPr>
              <a:stCxn id="60" idx="3"/>
            </p:cNvCxnSpPr>
            <p:nvPr/>
          </p:nvCxnSpPr>
          <p:spPr>
            <a:xfrm flipH="1">
              <a:off x="4368879" y="5893670"/>
              <a:ext cx="426205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26B79891-B1FB-BAC3-23FA-4C2F61920E90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 rot="10800000">
              <a:off x="2504160" y="3707528"/>
              <a:ext cx="1873750" cy="2186143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1B048F65-AC25-83F1-E922-021FB520072E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4386939" y="2943691"/>
              <a:ext cx="3619410" cy="66986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カギ線コネクタ 74">
              <a:extLst>
                <a:ext uri="{FF2B5EF4-FFF2-40B4-BE49-F238E27FC236}">
                  <a16:creationId xmlns:a16="http://schemas.microsoft.com/office/drawing/2014/main" id="{9EE71799-BC71-C28A-966C-D04D7BDA9E34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 flipV="1">
              <a:off x="4386939" y="3613558"/>
              <a:ext cx="3619410" cy="67874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6830AD39-E732-6D68-A3EA-927AF62A6CA6}"/>
                </a:ext>
              </a:extLst>
            </p:cNvPr>
            <p:cNvSpPr txBox="1"/>
            <p:nvPr/>
          </p:nvSpPr>
          <p:spPr>
            <a:xfrm>
              <a:off x="3436519" y="241265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要求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1653A2A3-AC32-BA70-8620-15A310C6D80E}"/>
                </a:ext>
              </a:extLst>
            </p:cNvPr>
            <p:cNvSpPr txBox="1"/>
            <p:nvPr/>
          </p:nvSpPr>
          <p:spPr>
            <a:xfrm>
              <a:off x="3436519" y="431300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支持</a:t>
              </a:r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99D5A187-5C37-1702-AD87-50F1A1951C96}"/>
                </a:ext>
              </a:extLst>
            </p:cNvPr>
            <p:cNvSpPr txBox="1"/>
            <p:nvPr/>
          </p:nvSpPr>
          <p:spPr>
            <a:xfrm>
              <a:off x="8621902" y="3151892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決定・行為</a:t>
              </a:r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ADD20EF1-9371-993E-95FA-A183D045E57C}"/>
                </a:ext>
              </a:extLst>
            </p:cNvPr>
            <p:cNvSpPr txBox="1"/>
            <p:nvPr/>
          </p:nvSpPr>
          <p:spPr>
            <a:xfrm>
              <a:off x="2504159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【①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入力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2" name="テキスト ボックス 81">
              <a:extLst>
                <a:ext uri="{FF2B5EF4-FFF2-40B4-BE49-F238E27FC236}">
                  <a16:creationId xmlns:a16="http://schemas.microsoft.com/office/drawing/2014/main" id="{797C436E-071A-91CF-BEE9-4F49253C6758}"/>
                </a:ext>
              </a:extLst>
            </p:cNvPr>
            <p:cNvSpPr txBox="1"/>
            <p:nvPr/>
          </p:nvSpPr>
          <p:spPr>
            <a:xfrm>
              <a:off x="5590320" y="1631211"/>
              <a:ext cx="16209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【②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変換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0F9375CB-F048-99D3-F590-DFA84989F81B}"/>
                </a:ext>
              </a:extLst>
            </p:cNvPr>
            <p:cNvSpPr txBox="1"/>
            <p:nvPr/>
          </p:nvSpPr>
          <p:spPr>
            <a:xfrm>
              <a:off x="8686997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【③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出力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89DAB1C2-914A-A268-8243-24B069345E0C}"/>
                </a:ext>
              </a:extLst>
            </p:cNvPr>
            <p:cNvSpPr txBox="1"/>
            <p:nvPr/>
          </p:nvSpPr>
          <p:spPr>
            <a:xfrm>
              <a:off x="4912253" y="5969991"/>
              <a:ext cx="297709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【④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フィードバック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AFA157EA-6CBE-6E69-6CBB-9602017866B6}"/>
                </a:ext>
              </a:extLst>
            </p:cNvPr>
            <p:cNvSpPr txBox="1"/>
            <p:nvPr/>
          </p:nvSpPr>
          <p:spPr>
            <a:xfrm>
              <a:off x="5898099" y="6569531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環境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A4D7246B-6B07-6BC9-F3C6-5C77D595750B}"/>
                </a:ext>
              </a:extLst>
            </p:cNvPr>
            <p:cNvSpPr/>
            <p:nvPr/>
          </p:nvSpPr>
          <p:spPr>
            <a:xfrm>
              <a:off x="1389605" y="1523480"/>
              <a:ext cx="9751361" cy="5630825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9129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7B2F218-CF48-A4FE-0926-7966C26D5D71}"/>
              </a:ext>
            </a:extLst>
          </p:cNvPr>
          <p:cNvGrpSpPr/>
          <p:nvPr/>
        </p:nvGrpSpPr>
        <p:grpSpPr>
          <a:xfrm>
            <a:off x="178633" y="961086"/>
            <a:ext cx="12338153" cy="6910369"/>
            <a:chOff x="178633" y="961086"/>
            <a:chExt cx="12338153" cy="6910369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3E9CCE8-934C-5797-F658-F8C156A06852}"/>
                </a:ext>
              </a:extLst>
            </p:cNvPr>
            <p:cNvSpPr txBox="1"/>
            <p:nvPr/>
          </p:nvSpPr>
          <p:spPr>
            <a:xfrm>
              <a:off x="3964898" y="4321417"/>
              <a:ext cx="3147936" cy="954107"/>
            </a:xfrm>
            <a:prstGeom prst="rect">
              <a:avLst/>
            </a:prstGeom>
            <a:solidFill>
              <a:schemeClr val="bg1"/>
            </a:solidFill>
            <a:ln w="4762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政党帰属意識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Party Identification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0FAC6CF-EE1D-0ABB-8044-737746F6E59E}"/>
                </a:ext>
              </a:extLst>
            </p:cNvPr>
            <p:cNvSpPr txBox="1"/>
            <p:nvPr/>
          </p:nvSpPr>
          <p:spPr>
            <a:xfrm>
              <a:off x="7965083" y="6772629"/>
              <a:ext cx="228412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争点態度</a:t>
              </a:r>
              <a:endParaRPr kumimoji="1" lang="en-US" altLang="ja-JP" sz="40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328B354-126B-74B5-6D7A-D55D0585D06C}"/>
                </a:ext>
              </a:extLst>
            </p:cNvPr>
            <p:cNvSpPr txBox="1"/>
            <p:nvPr/>
          </p:nvSpPr>
          <p:spPr>
            <a:xfrm>
              <a:off x="7792697" y="2320341"/>
              <a:ext cx="2628901" cy="646331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候補者属性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D167309-68AF-0BC1-04E7-F5E1BA1AA59C}"/>
                </a:ext>
              </a:extLst>
            </p:cNvPr>
            <p:cNvSpPr txBox="1"/>
            <p:nvPr/>
          </p:nvSpPr>
          <p:spPr>
            <a:xfrm>
              <a:off x="11047750" y="4413753"/>
              <a:ext cx="1469036" cy="76944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投票</a:t>
              </a:r>
              <a:endParaRPr kumimoji="1" lang="en-US" altLang="ja-JP" sz="44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B1EEC84-0B87-50B1-CB9B-4020BAD1E782}"/>
                </a:ext>
              </a:extLst>
            </p:cNvPr>
            <p:cNvSpPr txBox="1"/>
            <p:nvPr/>
          </p:nvSpPr>
          <p:spPr>
            <a:xfrm>
              <a:off x="418006" y="3048931"/>
              <a:ext cx="1888762" cy="3970318"/>
            </a:xfrm>
            <a:prstGeom prst="rect">
              <a:avLst/>
            </a:prstGeom>
            <a:solidFill>
              <a:schemeClr val="bg1"/>
            </a:solidFill>
            <a:ln w="12700" cmpd="dbl">
              <a:solidFill>
                <a:schemeClr val="tx1"/>
              </a:solidFill>
              <a:prstDash val="solid"/>
            </a:ln>
          </p:spPr>
          <p:txBody>
            <a:bodyPr wrap="square">
              <a:spAutoFit/>
            </a:bodyPr>
            <a:lstStyle/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年齢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学歴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職業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宗教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人種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階層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en-US" altLang="ja-JP" sz="3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FCC049C9-AF1C-8DAB-658E-E05B289F5E96}"/>
                </a:ext>
              </a:extLst>
            </p:cNvPr>
            <p:cNvSpPr/>
            <p:nvPr/>
          </p:nvSpPr>
          <p:spPr>
            <a:xfrm>
              <a:off x="2763966" y="3351922"/>
              <a:ext cx="704537" cy="2893101"/>
            </a:xfrm>
            <a:prstGeom prst="right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C4EB1B1-B4D1-17D1-FA21-1FA3DAAEF894}"/>
                </a:ext>
              </a:extLst>
            </p:cNvPr>
            <p:cNvSpPr txBox="1"/>
            <p:nvPr/>
          </p:nvSpPr>
          <p:spPr>
            <a:xfrm>
              <a:off x="178633" y="2133814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社会属性</a:t>
              </a:r>
              <a:endParaRPr lang="ja-JP" altLang="en-US" sz="400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F2C0FA0-BF40-0E37-1913-E910B861FBD1}"/>
                </a:ext>
              </a:extLst>
            </p:cNvPr>
            <p:cNvSpPr/>
            <p:nvPr/>
          </p:nvSpPr>
          <p:spPr>
            <a:xfrm>
              <a:off x="3732552" y="1725488"/>
              <a:ext cx="6760564" cy="6145967"/>
            </a:xfrm>
            <a:prstGeom prst="rect">
              <a:avLst/>
            </a:prstGeom>
            <a:noFill/>
            <a:ln w="2540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7F69185-AD4C-5B2E-3E3D-624BBB92FAA4}"/>
                </a:ext>
              </a:extLst>
            </p:cNvPr>
            <p:cNvSpPr txBox="1"/>
            <p:nvPr/>
          </p:nvSpPr>
          <p:spPr>
            <a:xfrm>
              <a:off x="6067112" y="961086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心理変数</a:t>
              </a:r>
              <a:endParaRPr lang="ja-JP" altLang="en-US" sz="400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DD5999A8-6731-7911-40FC-1983236AD614}"/>
                </a:ext>
              </a:extLst>
            </p:cNvPr>
            <p:cNvSpPr txBox="1"/>
            <p:nvPr/>
          </p:nvSpPr>
          <p:spPr>
            <a:xfrm>
              <a:off x="3570076" y="1235565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＜長期要因＞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973C2A8A-9893-96EF-2CFE-B8F8623C0D84}"/>
                </a:ext>
              </a:extLst>
            </p:cNvPr>
            <p:cNvSpPr txBox="1"/>
            <p:nvPr/>
          </p:nvSpPr>
          <p:spPr>
            <a:xfrm>
              <a:off x="8434619" y="1235565"/>
              <a:ext cx="210908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＜短期要因＞</a:t>
              </a: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7F396013-598F-417B-1A76-F61F4C2F8E89}"/>
                </a:ext>
              </a:extLst>
            </p:cNvPr>
            <p:cNvCxnSpPr>
              <a:stCxn id="3" idx="0"/>
              <a:endCxn id="6" idx="1"/>
            </p:cNvCxnSpPr>
            <p:nvPr/>
          </p:nvCxnSpPr>
          <p:spPr>
            <a:xfrm flipV="1">
              <a:off x="5538866" y="2643507"/>
              <a:ext cx="2253831" cy="167791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00B8955-454A-0AD8-AE5D-B2E376B8A962}"/>
                </a:ext>
              </a:extLst>
            </p:cNvPr>
            <p:cNvCxnSpPr>
              <a:cxnSpLocks/>
              <a:stCxn id="3" idx="2"/>
              <a:endCxn id="5" idx="1"/>
            </p:cNvCxnSpPr>
            <p:nvPr/>
          </p:nvCxnSpPr>
          <p:spPr>
            <a:xfrm>
              <a:off x="5538866" y="5275524"/>
              <a:ext cx="2426217" cy="185104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84991030-5A58-8AA2-14F5-A70A4F6F402E}"/>
                </a:ext>
              </a:extLst>
            </p:cNvPr>
            <p:cNvCxnSpPr>
              <a:cxnSpLocks/>
              <a:stCxn id="3" idx="3"/>
              <a:endCxn id="7" idx="1"/>
            </p:cNvCxnSpPr>
            <p:nvPr/>
          </p:nvCxnSpPr>
          <p:spPr>
            <a:xfrm>
              <a:off x="7112834" y="4798471"/>
              <a:ext cx="3934916" cy="3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E23864B6-8D96-0708-70EC-259E4CDBA46F}"/>
                </a:ext>
              </a:extLst>
            </p:cNvPr>
            <p:cNvCxnSpPr>
              <a:cxnSpLocks/>
              <a:stCxn id="6" idx="3"/>
              <a:endCxn id="7" idx="0"/>
            </p:cNvCxnSpPr>
            <p:nvPr/>
          </p:nvCxnSpPr>
          <p:spPr>
            <a:xfrm>
              <a:off x="10421598" y="2643507"/>
              <a:ext cx="1360670" cy="177024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EBFC494F-A509-135E-DC81-182547F839B2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 flipV="1">
              <a:off x="10249211" y="5183194"/>
              <a:ext cx="1533057" cy="194337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EE1ED944-BAAB-4624-9F47-75EB9A7C2C3D}"/>
                </a:ext>
              </a:extLst>
            </p:cNvPr>
            <p:cNvSpPr txBox="1"/>
            <p:nvPr/>
          </p:nvSpPr>
          <p:spPr>
            <a:xfrm rot="3141708">
              <a:off x="10155279" y="3016118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候補者投票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751F7D04-0BEB-19C1-2436-BF72E80BF0B0}"/>
                </a:ext>
              </a:extLst>
            </p:cNvPr>
            <p:cNvSpPr txBox="1"/>
            <p:nvPr/>
          </p:nvSpPr>
          <p:spPr>
            <a:xfrm rot="18439909">
              <a:off x="10168718" y="6089721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争点投票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8D8F90C3-1793-5AA6-38B6-2277BB899320}"/>
                </a:ext>
              </a:extLst>
            </p:cNvPr>
            <p:cNvSpPr txBox="1"/>
            <p:nvPr/>
          </p:nvSpPr>
          <p:spPr>
            <a:xfrm>
              <a:off x="7925125" y="4323282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政党投票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0232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55E4A298-FAE9-BB3A-54EC-32A59A72542A}"/>
              </a:ext>
            </a:extLst>
          </p:cNvPr>
          <p:cNvGrpSpPr/>
          <p:nvPr/>
        </p:nvGrpSpPr>
        <p:grpSpPr>
          <a:xfrm>
            <a:off x="727023" y="2136553"/>
            <a:ext cx="11347554" cy="4527793"/>
            <a:chOff x="727023" y="2136553"/>
            <a:chExt cx="11347554" cy="4527793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DE0A01AA-223B-0937-3BA8-420048EB4195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A9BD77A-BB90-88A9-6922-913C329B6103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5A89AB2D-44F6-30E8-77A0-045605532980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>
              <a:off x="400120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AEF5D39-F83C-6499-7B65-158847CF26B7}"/>
                </a:ext>
              </a:extLst>
            </p:cNvPr>
            <p:cNvSpPr txBox="1"/>
            <p:nvPr/>
          </p:nvSpPr>
          <p:spPr>
            <a:xfrm>
              <a:off x="290981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351CA1BD-89F2-C557-346D-6569E935292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10854210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D8BAB6E-650B-FA05-7018-973F9C27DAA8}"/>
                </a:ext>
              </a:extLst>
            </p:cNvPr>
            <p:cNvSpPr txBox="1"/>
            <p:nvPr/>
          </p:nvSpPr>
          <p:spPr>
            <a:xfrm>
              <a:off x="9762815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34A96AD2-1764-3E57-5A74-641A6443E21C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741E8AD4-F3BE-4524-EF4A-E84DC00166D5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右中かっこ 15">
              <a:extLst>
                <a:ext uri="{FF2B5EF4-FFF2-40B4-BE49-F238E27FC236}">
                  <a16:creationId xmlns:a16="http://schemas.microsoft.com/office/drawing/2014/main" id="{D26296EE-4C4C-CD64-18F9-D193FA7E468B}"/>
                </a:ext>
              </a:extLst>
            </p:cNvPr>
            <p:cNvSpPr/>
            <p:nvPr/>
          </p:nvSpPr>
          <p:spPr>
            <a:xfrm rot="5400000">
              <a:off x="8205921" y="3374535"/>
              <a:ext cx="626364" cy="4670213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B42D2180-B1A2-D467-FE50-FC5D748430C9}"/>
                </a:ext>
              </a:extLst>
            </p:cNvPr>
            <p:cNvSpPr txBox="1"/>
            <p:nvPr/>
          </p:nvSpPr>
          <p:spPr>
            <a:xfrm>
              <a:off x="7973641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29" name="右中かっこ 28">
              <a:extLst>
                <a:ext uri="{FF2B5EF4-FFF2-40B4-BE49-F238E27FC236}">
                  <a16:creationId xmlns:a16="http://schemas.microsoft.com/office/drawing/2014/main" id="{AD028ECA-9ECD-7B44-8CD2-9C576768961F}"/>
                </a:ext>
              </a:extLst>
            </p:cNvPr>
            <p:cNvSpPr/>
            <p:nvPr/>
          </p:nvSpPr>
          <p:spPr>
            <a:xfrm rot="5400000">
              <a:off x="4779420" y="4618248"/>
              <a:ext cx="626364" cy="218279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DEC6F89-6AF4-FE52-3301-3BDB897B8872}"/>
                </a:ext>
              </a:extLst>
            </p:cNvPr>
            <p:cNvSpPr txBox="1"/>
            <p:nvPr/>
          </p:nvSpPr>
          <p:spPr>
            <a:xfrm>
              <a:off x="4483802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3pp</a:t>
              </a:r>
              <a:endParaRPr lang="ja-JP" altLang="en-US" sz="280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ACC7B1B6-5A80-2E5E-461F-E558857E6F0A}"/>
                </a:ext>
              </a:extLst>
            </p:cNvPr>
            <p:cNvCxnSpPr/>
            <p:nvPr/>
          </p:nvCxnSpPr>
          <p:spPr>
            <a:xfrm>
              <a:off x="2920749" y="5018499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EF3ABFCC-AEC3-FCD5-6EA6-357583D54C59}"/>
                </a:ext>
              </a:extLst>
            </p:cNvPr>
            <p:cNvSpPr txBox="1"/>
            <p:nvPr/>
          </p:nvSpPr>
          <p:spPr>
            <a:xfrm>
              <a:off x="2311949" y="4431772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163431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83292DC-F4C0-FDB8-60C0-79F8BA659ABC}"/>
              </a:ext>
            </a:extLst>
          </p:cNvPr>
          <p:cNvGrpSpPr/>
          <p:nvPr/>
        </p:nvGrpSpPr>
        <p:grpSpPr>
          <a:xfrm>
            <a:off x="727023" y="2136553"/>
            <a:ext cx="11638306" cy="4536506"/>
            <a:chOff x="727023" y="2136553"/>
            <a:chExt cx="11638306" cy="453650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4BDD96B7-98D8-3FA0-004A-F19F2D8BAF92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92B43085-ADC3-9C51-06E2-375C0B88634E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0D85D6DC-1754-3DF0-E8B6-762B6E89942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343357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C09F65C-22D9-DDA1-F199-1A17F0363D59}"/>
                </a:ext>
              </a:extLst>
            </p:cNvPr>
            <p:cNvSpPr txBox="1"/>
            <p:nvPr/>
          </p:nvSpPr>
          <p:spPr>
            <a:xfrm>
              <a:off x="234218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-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５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67009853-3BE5-58E4-F1AC-38659D39231E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1273934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0B3A595C-AEDC-DECE-EB0F-CFC7BCA1028E}"/>
                </a:ext>
              </a:extLst>
            </p:cNvPr>
            <p:cNvSpPr txBox="1"/>
            <p:nvPr/>
          </p:nvSpPr>
          <p:spPr>
            <a:xfrm>
              <a:off x="10182539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491D384A-EA43-D1BF-EB4E-B5283DF9BDF4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6E6F00F-5332-1652-32FD-5A55630D1ED6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1" name="右中かっこ 10">
              <a:extLst>
                <a:ext uri="{FF2B5EF4-FFF2-40B4-BE49-F238E27FC236}">
                  <a16:creationId xmlns:a16="http://schemas.microsoft.com/office/drawing/2014/main" id="{61DF06EC-C4BA-D327-D30F-D4C59855C664}"/>
                </a:ext>
              </a:extLst>
            </p:cNvPr>
            <p:cNvSpPr/>
            <p:nvPr/>
          </p:nvSpPr>
          <p:spPr>
            <a:xfrm rot="5400000">
              <a:off x="8415783" y="3164673"/>
              <a:ext cx="626364" cy="5089937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9B377D7-DB8E-4BCF-F19D-348A1A9709E6}"/>
                </a:ext>
              </a:extLst>
            </p:cNvPr>
            <p:cNvSpPr txBox="1"/>
            <p:nvPr/>
          </p:nvSpPr>
          <p:spPr>
            <a:xfrm>
              <a:off x="8120165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13" name="右中かっこ 12">
              <a:extLst>
                <a:ext uri="{FF2B5EF4-FFF2-40B4-BE49-F238E27FC236}">
                  <a16:creationId xmlns:a16="http://schemas.microsoft.com/office/drawing/2014/main" id="{ED5C94DA-1CEE-70CE-270C-AFCB100D8409}"/>
                </a:ext>
              </a:extLst>
            </p:cNvPr>
            <p:cNvSpPr/>
            <p:nvPr/>
          </p:nvSpPr>
          <p:spPr>
            <a:xfrm rot="5400000">
              <a:off x="4495605" y="4334433"/>
              <a:ext cx="626364" cy="275042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0746537-8608-CC7F-FD95-F75CB3384B74}"/>
                </a:ext>
              </a:extLst>
            </p:cNvPr>
            <p:cNvSpPr txBox="1"/>
            <p:nvPr/>
          </p:nvSpPr>
          <p:spPr>
            <a:xfrm>
              <a:off x="4199987" y="6149839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10pp</a:t>
              </a:r>
              <a:endParaRPr lang="ja-JP" altLang="en-US" sz="2800"/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4CCA7A60-3609-C0AB-8E2C-9412877C68C0}"/>
                </a:ext>
              </a:extLst>
            </p:cNvPr>
            <p:cNvCxnSpPr/>
            <p:nvPr/>
          </p:nvCxnSpPr>
          <p:spPr>
            <a:xfrm>
              <a:off x="4808787" y="4985768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8D332A-66D1-694A-BA5F-0BD103FFD8D3}"/>
                </a:ext>
              </a:extLst>
            </p:cNvPr>
            <p:cNvSpPr txBox="1"/>
            <p:nvPr/>
          </p:nvSpPr>
          <p:spPr>
            <a:xfrm>
              <a:off x="4199987" y="4399041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260619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653FB7F-38AD-6E38-B241-7BEB63E275E7}"/>
              </a:ext>
            </a:extLst>
          </p:cNvPr>
          <p:cNvGrpSpPr/>
          <p:nvPr/>
        </p:nvGrpSpPr>
        <p:grpSpPr>
          <a:xfrm>
            <a:off x="1101783" y="4508212"/>
            <a:ext cx="10662689" cy="768326"/>
            <a:chOff x="1101783" y="4508212"/>
            <a:chExt cx="10662689" cy="76832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905C499-8AD2-07DF-9B07-E09E35DC46E2}"/>
                </a:ext>
              </a:extLst>
            </p:cNvPr>
            <p:cNvCxnSpPr/>
            <p:nvPr/>
          </p:nvCxnSpPr>
          <p:spPr>
            <a:xfrm>
              <a:off x="1858781" y="5276538"/>
              <a:ext cx="930889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25AEA0C4-DE11-698B-4BBC-5E390162DA93}"/>
                </a:ext>
              </a:extLst>
            </p:cNvPr>
            <p:cNvSpPr txBox="1"/>
            <p:nvPr/>
          </p:nvSpPr>
          <p:spPr>
            <a:xfrm>
              <a:off x="1101783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左派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B526EA3-0CDB-7C36-0F40-36597206FFDA}"/>
                </a:ext>
              </a:extLst>
            </p:cNvPr>
            <p:cNvSpPr txBox="1"/>
            <p:nvPr/>
          </p:nvSpPr>
          <p:spPr>
            <a:xfrm>
              <a:off x="10250476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右派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658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54E6B92-7806-F36F-3554-564653DE0127}"/>
              </a:ext>
            </a:extLst>
          </p:cNvPr>
          <p:cNvGrpSpPr/>
          <p:nvPr/>
        </p:nvGrpSpPr>
        <p:grpSpPr>
          <a:xfrm>
            <a:off x="155905" y="2097904"/>
            <a:ext cx="12354225" cy="5535944"/>
            <a:chOff x="155905" y="2090409"/>
            <a:chExt cx="12354225" cy="5535944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AB179B89-BD97-8127-E584-FD029C7127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761648" y="3299350"/>
              <a:ext cx="6748482" cy="208363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9FE17E4-5F4F-DAC0-42AF-89D67A5122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5905" y="2090409"/>
              <a:ext cx="4814136" cy="3638311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99CC7510-A02C-38ED-F9A6-B9CF413EDB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34948" y="6950478"/>
              <a:ext cx="1991090" cy="675875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60FA8AE1-66AB-1E6A-7445-FE005B239B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9905" y="6004667"/>
              <a:ext cx="2003095" cy="418692"/>
            </a:xfrm>
            <a:prstGeom prst="rect">
              <a:avLst/>
            </a:prstGeom>
          </p:spPr>
        </p:pic>
        <p:pic>
          <p:nvPicPr>
            <p:cNvPr id="11" name="グラフィックス 10">
              <a:extLst>
                <a:ext uri="{FF2B5EF4-FFF2-40B4-BE49-F238E27FC236}">
                  <a16:creationId xmlns:a16="http://schemas.microsoft.com/office/drawing/2014/main" id="{65D0FD1D-1562-A30D-F15C-1FE78E2D4E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228648" y="5768085"/>
              <a:ext cx="1419590" cy="946393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394A7A9F-7EF4-F90A-2525-FFBA855B2352}"/>
                </a:ext>
              </a:extLst>
            </p:cNvPr>
            <p:cNvSpPr/>
            <p:nvPr/>
          </p:nvSpPr>
          <p:spPr>
            <a:xfrm>
              <a:off x="4527031" y="3650105"/>
              <a:ext cx="1110138" cy="1031481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3167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D8EC752E-9A86-CF94-877B-1EEB4699CBAC}"/>
              </a:ext>
            </a:extLst>
          </p:cNvPr>
          <p:cNvGrpSpPr/>
          <p:nvPr/>
        </p:nvGrpSpPr>
        <p:grpSpPr>
          <a:xfrm>
            <a:off x="901930" y="2289500"/>
            <a:ext cx="10732539" cy="4717507"/>
            <a:chOff x="901930" y="2289500"/>
            <a:chExt cx="10732539" cy="4717507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1D8D86D2-8C50-0D3B-9540-BCB2B93525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flipH="1">
              <a:off x="901930" y="2289500"/>
              <a:ext cx="4838469" cy="4717507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E871B4A9-70B0-567F-6509-8D6C55C4F4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6795999" y="2551246"/>
              <a:ext cx="4838470" cy="4261642"/>
            </a:xfrm>
            <a:prstGeom prst="rect">
              <a:avLst/>
            </a:prstGeom>
          </p:spPr>
        </p:pic>
        <p:sp>
          <p:nvSpPr>
            <p:cNvPr id="6" name="爆発 1 5">
              <a:extLst>
                <a:ext uri="{FF2B5EF4-FFF2-40B4-BE49-F238E27FC236}">
                  <a16:creationId xmlns:a16="http://schemas.microsoft.com/office/drawing/2014/main" id="{C8B247BE-92D5-218C-EB9D-723D5675C0D5}"/>
                </a:ext>
              </a:extLst>
            </p:cNvPr>
            <p:cNvSpPr/>
            <p:nvPr/>
          </p:nvSpPr>
          <p:spPr>
            <a:xfrm>
              <a:off x="5700883" y="4572000"/>
              <a:ext cx="1395555" cy="103835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3355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3B0EA27-4F4A-7BE6-5D5E-917326157226}"/>
              </a:ext>
            </a:extLst>
          </p:cNvPr>
          <p:cNvGrpSpPr/>
          <p:nvPr/>
        </p:nvGrpSpPr>
        <p:grpSpPr>
          <a:xfrm>
            <a:off x="449705" y="2287730"/>
            <a:ext cx="11889074" cy="5635130"/>
            <a:chOff x="449705" y="2287730"/>
            <a:chExt cx="11889074" cy="563513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F7E0781-FA57-D187-5DE0-E36EB4DBC0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03068" y="2287730"/>
              <a:ext cx="6535711" cy="1879176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59428A4-4822-DCA4-899A-FFA8E58151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450112" y="4044950"/>
              <a:ext cx="4691920" cy="1141796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D5A35544-6C18-D92B-1EDF-FD63CF408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9705" y="2921424"/>
              <a:ext cx="4635301" cy="1879176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05867858-962A-CA46-8AC2-01A1C3E061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90831" y="6208984"/>
              <a:ext cx="3937834" cy="1713876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7A41B520-DCA2-EC9C-033C-0F4F0724B746}"/>
                </a:ext>
              </a:extLst>
            </p:cNvPr>
            <p:cNvSpPr/>
            <p:nvPr/>
          </p:nvSpPr>
          <p:spPr>
            <a:xfrm>
              <a:off x="5304618" y="4103926"/>
              <a:ext cx="1049311" cy="93958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" name="グラフィックス 10" descr="手のひら 枠線">
              <a:extLst>
                <a:ext uri="{FF2B5EF4-FFF2-40B4-BE49-F238E27FC236}">
                  <a16:creationId xmlns:a16="http://schemas.microsoft.com/office/drawing/2014/main" id="{12087A20-AE75-1625-11EB-9A6563BA63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3525238">
              <a:off x="2917670" y="4677357"/>
              <a:ext cx="1423582" cy="1423582"/>
            </a:xfrm>
            <a:prstGeom prst="rect">
              <a:avLst/>
            </a:prstGeom>
          </p:spPr>
        </p:pic>
        <p:pic>
          <p:nvPicPr>
            <p:cNvPr id="17" name="グラフィックス 16" descr="手のひら 枠線">
              <a:extLst>
                <a:ext uri="{FF2B5EF4-FFF2-40B4-BE49-F238E27FC236}">
                  <a16:creationId xmlns:a16="http://schemas.microsoft.com/office/drawing/2014/main" id="{D34FAD1A-22D2-1FE0-FA1A-F5B57B6426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9201914" flipH="1">
              <a:off x="7635297" y="5212335"/>
              <a:ext cx="1423582" cy="14235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34596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006E8A9F-D814-836F-3AA7-ED3DE5350AFE}"/>
              </a:ext>
            </a:extLst>
          </p:cNvPr>
          <p:cNvGrpSpPr/>
          <p:nvPr/>
        </p:nvGrpSpPr>
        <p:grpSpPr>
          <a:xfrm>
            <a:off x="163905" y="2667201"/>
            <a:ext cx="12473790" cy="5290803"/>
            <a:chOff x="-159870" y="2545281"/>
            <a:chExt cx="13144344" cy="5575221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6A5DD93-333C-794A-0E7C-DA7E2DC03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34233" y="3469764"/>
              <a:ext cx="2150241" cy="2150241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8EB90E74-EDD4-5120-1C51-0D5B92AF4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59870" y="3469765"/>
              <a:ext cx="2150241" cy="2150241"/>
            </a:xfrm>
            <a:prstGeom prst="rect">
              <a:avLst/>
            </a:prstGeom>
          </p:spPr>
        </p:pic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F3D9561A-70D4-CBC4-9B48-C0461EE32F14}"/>
                </a:ext>
              </a:extLst>
            </p:cNvPr>
            <p:cNvGrpSpPr/>
            <p:nvPr/>
          </p:nvGrpSpPr>
          <p:grpSpPr>
            <a:xfrm>
              <a:off x="3183410" y="2545281"/>
              <a:ext cx="6720447" cy="3759034"/>
              <a:chOff x="2698959" y="686302"/>
              <a:chExt cx="7403682" cy="4141197"/>
            </a:xfrm>
          </p:grpSpPr>
          <p:pic>
            <p:nvPicPr>
              <p:cNvPr id="3" name="図 2">
                <a:extLst>
                  <a:ext uri="{FF2B5EF4-FFF2-40B4-BE49-F238E27FC236}">
                    <a16:creationId xmlns:a16="http://schemas.microsoft.com/office/drawing/2014/main" id="{40B5E5C9-1957-04B8-1891-00832B1EC1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58838" y="1235622"/>
                <a:ext cx="2279858" cy="2837998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B711A6FA-42E9-08CE-AB49-EEC8F02F7D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97159" y="3022017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068E3096-8E9A-4E7C-E77C-3B0D7DBD67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293093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6EFE1DD9-9E9F-0310-B7E2-05FDDEC06C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98959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BDACC4AB-D322-95AC-1FB5-214BB0D87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98959" y="3022017"/>
                <a:ext cx="1805482" cy="1805482"/>
              </a:xfrm>
              <a:prstGeom prst="rect">
                <a:avLst/>
              </a:prstGeom>
            </p:spPr>
          </p:pic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84628CB2-D313-7334-C973-3A641E9162E7}"/>
                  </a:ext>
                </a:extLst>
              </p:cNvPr>
              <p:cNvGrpSpPr/>
              <p:nvPr/>
            </p:nvGrpSpPr>
            <p:grpSpPr>
              <a:xfrm rot="19714876">
                <a:off x="4512288" y="3047752"/>
                <a:ext cx="897769" cy="917340"/>
                <a:chOff x="4602268" y="3181912"/>
                <a:chExt cx="934691" cy="774368"/>
              </a:xfrm>
            </p:grpSpPr>
            <p:pic>
              <p:nvPicPr>
                <p:cNvPr id="18" name="グラフィックス 17" descr="手のひら 枠線">
                  <a:extLst>
                    <a:ext uri="{FF2B5EF4-FFF2-40B4-BE49-F238E27FC236}">
                      <a16:creationId xmlns:a16="http://schemas.microsoft.com/office/drawing/2014/main" id="{B768393D-7A0A-E468-160F-31A98D871D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19" name="グラフィックス 18" descr="保護の手 枠線">
                  <a:extLst>
                    <a:ext uri="{FF2B5EF4-FFF2-40B4-BE49-F238E27FC236}">
                      <a16:creationId xmlns:a16="http://schemas.microsoft.com/office/drawing/2014/main" id="{7BD03947-E06F-C1AC-FF5D-6789D7713C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0" name="グループ化 19">
                <a:extLst>
                  <a:ext uri="{FF2B5EF4-FFF2-40B4-BE49-F238E27FC236}">
                    <a16:creationId xmlns:a16="http://schemas.microsoft.com/office/drawing/2014/main" id="{4CC48456-ECF2-9A42-0A6B-2DFA2092063A}"/>
                  </a:ext>
                </a:extLst>
              </p:cNvPr>
              <p:cNvGrpSpPr/>
              <p:nvPr/>
            </p:nvGrpSpPr>
            <p:grpSpPr>
              <a:xfrm rot="1885124" flipH="1">
                <a:off x="7148193" y="3161867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1" name="グラフィックス 20" descr="手のひら 枠線">
                  <a:extLst>
                    <a:ext uri="{FF2B5EF4-FFF2-40B4-BE49-F238E27FC236}">
                      <a16:creationId xmlns:a16="http://schemas.microsoft.com/office/drawing/2014/main" id="{ED0954FF-6FD3-205B-0F04-AC9FFF885E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2" name="グラフィックス 21" descr="保護の手 枠線">
                  <a:extLst>
                    <a:ext uri="{FF2B5EF4-FFF2-40B4-BE49-F238E27FC236}">
                      <a16:creationId xmlns:a16="http://schemas.microsoft.com/office/drawing/2014/main" id="{28549914-5818-E13D-F138-E038AAFD88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40A02241-FE79-49F8-01BD-93A0489B1EDC}"/>
                  </a:ext>
                </a:extLst>
              </p:cNvPr>
              <p:cNvGrpSpPr/>
              <p:nvPr/>
            </p:nvGrpSpPr>
            <p:grpSpPr>
              <a:xfrm rot="728023" flipH="1">
                <a:off x="4385854" y="1654881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4" name="グラフィックス 23" descr="手のひら 枠線">
                  <a:extLst>
                    <a:ext uri="{FF2B5EF4-FFF2-40B4-BE49-F238E27FC236}">
                      <a16:creationId xmlns:a16="http://schemas.microsoft.com/office/drawing/2014/main" id="{6812ED9D-82FC-F4E0-D2EF-AE62573C94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5" name="グラフィックス 24" descr="保護の手 枠線">
                  <a:extLst>
                    <a:ext uri="{FF2B5EF4-FFF2-40B4-BE49-F238E27FC236}">
                      <a16:creationId xmlns:a16="http://schemas.microsoft.com/office/drawing/2014/main" id="{A83171FE-A318-710F-D02A-FE517D985C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6" name="グループ化 25">
                <a:extLst>
                  <a:ext uri="{FF2B5EF4-FFF2-40B4-BE49-F238E27FC236}">
                    <a16:creationId xmlns:a16="http://schemas.microsoft.com/office/drawing/2014/main" id="{E30D3F02-1B4A-988B-6849-9F77E2143936}"/>
                  </a:ext>
                </a:extLst>
              </p:cNvPr>
              <p:cNvGrpSpPr/>
              <p:nvPr/>
            </p:nvGrpSpPr>
            <p:grpSpPr>
              <a:xfrm rot="20871977">
                <a:off x="7513912" y="1649244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7" name="グラフィックス 26" descr="手のひら 枠線">
                  <a:extLst>
                    <a:ext uri="{FF2B5EF4-FFF2-40B4-BE49-F238E27FC236}">
                      <a16:creationId xmlns:a16="http://schemas.microsoft.com/office/drawing/2014/main" id="{7A75D15A-7434-019D-7303-74C4879C39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保護の手 枠線">
                  <a:extLst>
                    <a:ext uri="{FF2B5EF4-FFF2-40B4-BE49-F238E27FC236}">
                      <a16:creationId xmlns:a16="http://schemas.microsoft.com/office/drawing/2014/main" id="{0DF26F29-313C-AB45-A603-6895325E45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CA84DEA7-A6FF-68A1-80D8-86D79E9FD86A}"/>
                </a:ext>
              </a:extLst>
            </p:cNvPr>
            <p:cNvGrpSpPr/>
            <p:nvPr/>
          </p:nvGrpSpPr>
          <p:grpSpPr>
            <a:xfrm>
              <a:off x="2039507" y="3358485"/>
              <a:ext cx="1252724" cy="2015680"/>
              <a:chOff x="1974676" y="3681372"/>
              <a:chExt cx="1252724" cy="2015680"/>
            </a:xfrm>
          </p:grpSpPr>
          <p:pic>
            <p:nvPicPr>
              <p:cNvPr id="30" name="グラフィックス 29" descr="挙手 単色塗りつぶし">
                <a:extLst>
                  <a:ext uri="{FF2B5EF4-FFF2-40B4-BE49-F238E27FC236}">
                    <a16:creationId xmlns:a16="http://schemas.microsoft.com/office/drawing/2014/main" id="{F8AC979E-EA43-EEF4-1C59-42FE57EF23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33" name="爆発 1 32">
                <a:extLst>
                  <a:ext uri="{FF2B5EF4-FFF2-40B4-BE49-F238E27FC236}">
                    <a16:creationId xmlns:a16="http://schemas.microsoft.com/office/drawing/2014/main" id="{E713EA43-AD2D-EFEF-0253-9C4E0E27223F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5CF32B2-B298-22EF-FB8C-5AF9550BAC02}"/>
                </a:ext>
              </a:extLst>
            </p:cNvPr>
            <p:cNvSpPr txBox="1"/>
            <p:nvPr/>
          </p:nvSpPr>
          <p:spPr>
            <a:xfrm>
              <a:off x="4606552" y="7166395"/>
              <a:ext cx="3870470" cy="95410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反システム政党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anti-system parties</a:t>
              </a:r>
              <a:endParaRPr lang="ja-JP" altLang="en-US" sz="3600"/>
            </a:p>
          </p:txBody>
        </p: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E9CC1D99-0AD7-42E1-8275-E437E7394A7D}"/>
                </a:ext>
              </a:extLst>
            </p:cNvPr>
            <p:cNvGrpSpPr/>
            <p:nvPr/>
          </p:nvGrpSpPr>
          <p:grpSpPr>
            <a:xfrm flipH="1">
              <a:off x="9585709" y="3229722"/>
              <a:ext cx="1252724" cy="2015680"/>
              <a:chOff x="1974676" y="3681372"/>
              <a:chExt cx="1252724" cy="2015680"/>
            </a:xfrm>
          </p:grpSpPr>
          <p:pic>
            <p:nvPicPr>
              <p:cNvPr id="52" name="グラフィックス 51" descr="挙手 単色塗りつぶし">
                <a:extLst>
                  <a:ext uri="{FF2B5EF4-FFF2-40B4-BE49-F238E27FC236}">
                    <a16:creationId xmlns:a16="http://schemas.microsoft.com/office/drawing/2014/main" id="{4EBC70E3-2CF1-F576-46D9-5EBE303A3F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53" name="爆発 1 52">
                <a:extLst>
                  <a:ext uri="{FF2B5EF4-FFF2-40B4-BE49-F238E27FC236}">
                    <a16:creationId xmlns:a16="http://schemas.microsoft.com/office/drawing/2014/main" id="{C9D19384-CA44-0E04-6985-D5143B7E2659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55" name="曲線コネクタ 54">
              <a:extLst>
                <a:ext uri="{FF2B5EF4-FFF2-40B4-BE49-F238E27FC236}">
                  <a16:creationId xmlns:a16="http://schemas.microsoft.com/office/drawing/2014/main" id="{D37115D8-A875-D4D4-A78A-205E80D9F415}"/>
                </a:ext>
              </a:extLst>
            </p:cNvPr>
            <p:cNvCxnSpPr>
              <a:stCxn id="37" idx="3"/>
              <a:endCxn id="5" idx="2"/>
            </p:cNvCxnSpPr>
            <p:nvPr/>
          </p:nvCxnSpPr>
          <p:spPr>
            <a:xfrm flipV="1">
              <a:off x="8477022" y="5620005"/>
              <a:ext cx="3432332" cy="2023443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曲線コネクタ 55">
              <a:extLst>
                <a:ext uri="{FF2B5EF4-FFF2-40B4-BE49-F238E27FC236}">
                  <a16:creationId xmlns:a16="http://schemas.microsoft.com/office/drawing/2014/main" id="{1CFFDF0D-886B-4DE8-2381-0F950BA94E42}"/>
                </a:ext>
              </a:extLst>
            </p:cNvPr>
            <p:cNvCxnSpPr>
              <a:cxnSpLocks/>
              <a:stCxn id="37" idx="1"/>
              <a:endCxn id="7" idx="2"/>
            </p:cNvCxnSpPr>
            <p:nvPr/>
          </p:nvCxnSpPr>
          <p:spPr>
            <a:xfrm rot="10800000">
              <a:off x="915252" y="5620007"/>
              <a:ext cx="3691301" cy="2023442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6686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6C19007C-4305-2626-CEF5-58E409ED8840}"/>
              </a:ext>
            </a:extLst>
          </p:cNvPr>
          <p:cNvGrpSpPr/>
          <p:nvPr/>
        </p:nvGrpSpPr>
        <p:grpSpPr>
          <a:xfrm>
            <a:off x="157083" y="2370162"/>
            <a:ext cx="12508199" cy="4200379"/>
            <a:chOff x="157083" y="2370162"/>
            <a:chExt cx="12508199" cy="4200379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39068A81-4B16-F159-93AE-1A6270F08C76}"/>
                </a:ext>
              </a:extLst>
            </p:cNvPr>
            <p:cNvSpPr txBox="1"/>
            <p:nvPr/>
          </p:nvSpPr>
          <p:spPr>
            <a:xfrm>
              <a:off x="6876581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閣内協力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（連立）</a:t>
              </a:r>
              <a:endParaRPr lang="ja-JP" altLang="en-US" sz="3200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4D61D920-1766-123A-1C04-CDCD26FA48FD}"/>
                </a:ext>
              </a:extLst>
            </p:cNvPr>
            <p:cNvSpPr txBox="1"/>
            <p:nvPr/>
          </p:nvSpPr>
          <p:spPr>
            <a:xfrm>
              <a:off x="3114050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閣外協力</a:t>
              </a:r>
              <a:endParaRPr kumimoji="1" lang="en-US" altLang="ja-JP" sz="32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  <a:p>
              <a:pPr algn="ctr"/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(confidence &amp; supply)</a:t>
              </a:r>
              <a:endParaRPr lang="ja-JP" altLang="en-US" sz="2000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C81767A-A0FF-429B-DACC-085FCFE830E2}"/>
                </a:ext>
              </a:extLst>
            </p:cNvPr>
            <p:cNvSpPr txBox="1"/>
            <p:nvPr/>
          </p:nvSpPr>
          <p:spPr>
            <a:xfrm>
              <a:off x="157083" y="2370162"/>
              <a:ext cx="2956967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部分連合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</a:t>
              </a: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パーシャル連合</a:t>
              </a: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)</a:t>
              </a:r>
              <a:endParaRPr lang="ja-JP" altLang="en-US" sz="320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858506E-44DC-E300-5FB1-C096E880AB21}"/>
                </a:ext>
              </a:extLst>
            </p:cNvPr>
            <p:cNvSpPr txBox="1"/>
            <p:nvPr/>
          </p:nvSpPr>
          <p:spPr>
            <a:xfrm>
              <a:off x="6876581" y="4231441"/>
              <a:ext cx="376253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閣僚ポストの共有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F2080C2A-8884-AE3E-7310-7F94276B45E6}"/>
                </a:ext>
              </a:extLst>
            </p:cNvPr>
            <p:cNvSpPr txBox="1"/>
            <p:nvPr/>
          </p:nvSpPr>
          <p:spPr>
            <a:xfrm>
              <a:off x="3822492" y="4816216"/>
              <a:ext cx="6816619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法案採決での恒常的協力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事前審査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F8F4E68D-1E61-BDCA-3629-F7723E656244}"/>
                </a:ext>
              </a:extLst>
            </p:cNvPr>
            <p:cNvSpPr txBox="1"/>
            <p:nvPr/>
          </p:nvSpPr>
          <p:spPr>
            <a:xfrm>
              <a:off x="3114049" y="5400991"/>
              <a:ext cx="752506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首相指名選挙での協力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8D4618CF-75F1-CC1E-92CF-87DD263695FC}"/>
                </a:ext>
              </a:extLst>
            </p:cNvPr>
            <p:cNvSpPr txBox="1"/>
            <p:nvPr/>
          </p:nvSpPr>
          <p:spPr>
            <a:xfrm>
              <a:off x="157084" y="5985766"/>
              <a:ext cx="10482026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法案採決でのその都度の協力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3003924-7F1D-25DA-D484-732855D6FF3B}"/>
                </a:ext>
              </a:extLst>
            </p:cNvPr>
            <p:cNvSpPr txBox="1"/>
            <p:nvPr/>
          </p:nvSpPr>
          <p:spPr>
            <a:xfrm>
              <a:off x="11347554" y="423144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政権</a:t>
              </a:r>
              <a:endParaRPr lang="ja-JP" altLang="en-US" sz="3200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6929AEA4-B99A-1F12-55ED-9F047D5FEE2E}"/>
                </a:ext>
              </a:extLst>
            </p:cNvPr>
            <p:cNvSpPr txBox="1"/>
            <p:nvPr/>
          </p:nvSpPr>
          <p:spPr>
            <a:xfrm>
              <a:off x="11347553" y="540099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国会</a:t>
              </a:r>
              <a:endParaRPr lang="ja-JP" altLang="en-US" sz="3200"/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5BFBE178-C7C8-F64F-3028-BD44D4CA1FB8}"/>
                </a:ext>
              </a:extLst>
            </p:cNvPr>
            <p:cNvCxnSpPr>
              <a:stCxn id="9" idx="1"/>
              <a:endCxn id="5" idx="3"/>
            </p:cNvCxnSpPr>
            <p:nvPr/>
          </p:nvCxnSpPr>
          <p:spPr>
            <a:xfrm flipH="1">
              <a:off x="10639112" y="4523829"/>
              <a:ext cx="708442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13E34BF8-78D1-2D79-DD40-89C30F8085F2}"/>
                </a:ext>
              </a:extLst>
            </p:cNvPr>
            <p:cNvCxnSpPr>
              <a:cxnSpLocks/>
              <a:stCxn id="9" idx="1"/>
              <a:endCxn id="7" idx="3"/>
            </p:cNvCxnSpPr>
            <p:nvPr/>
          </p:nvCxnSpPr>
          <p:spPr>
            <a:xfrm flipH="1">
              <a:off x="10639110" y="4523829"/>
              <a:ext cx="708444" cy="116955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BC45DE0E-BC62-63E8-FA86-21B5DE4731F9}"/>
                </a:ext>
              </a:extLst>
            </p:cNvPr>
            <p:cNvCxnSpPr>
              <a:cxnSpLocks/>
              <a:stCxn id="10" idx="1"/>
              <a:endCxn id="6" idx="3"/>
            </p:cNvCxnSpPr>
            <p:nvPr/>
          </p:nvCxnSpPr>
          <p:spPr>
            <a:xfrm flipH="1" flipV="1">
              <a:off x="10639111" y="5108604"/>
              <a:ext cx="708442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D61E57DA-AE9D-766C-B214-10E9B2451208}"/>
                </a:ext>
              </a:extLst>
            </p:cNvPr>
            <p:cNvCxnSpPr>
              <a:cxnSpLocks/>
              <a:stCxn id="10" idx="1"/>
              <a:endCxn id="7" idx="3"/>
            </p:cNvCxnSpPr>
            <p:nvPr/>
          </p:nvCxnSpPr>
          <p:spPr>
            <a:xfrm flipH="1">
              <a:off x="10639110" y="5693379"/>
              <a:ext cx="708443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DE54C75F-C8C2-C45C-195E-8A44E8DDDEC8}"/>
                </a:ext>
              </a:extLst>
            </p:cNvPr>
            <p:cNvCxnSpPr>
              <a:cxnSpLocks/>
              <a:stCxn id="10" idx="1"/>
              <a:endCxn id="8" idx="3"/>
            </p:cNvCxnSpPr>
            <p:nvPr/>
          </p:nvCxnSpPr>
          <p:spPr>
            <a:xfrm flipH="1">
              <a:off x="10639110" y="5693379"/>
              <a:ext cx="708443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1957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0AC263B6-3684-6200-85D3-AED9CD034748}"/>
              </a:ext>
            </a:extLst>
          </p:cNvPr>
          <p:cNvGrpSpPr/>
          <p:nvPr/>
        </p:nvGrpSpPr>
        <p:grpSpPr>
          <a:xfrm>
            <a:off x="479208" y="657973"/>
            <a:ext cx="12147158" cy="7191134"/>
            <a:chOff x="479208" y="657973"/>
            <a:chExt cx="12147158" cy="7191134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228C3C54-CC6D-F0D0-0AA1-9E4F571D18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48598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CEB100D0-8D99-8C49-4BD9-848E6CCB75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45287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E1849215-7B0B-C2AA-4519-DD1B1A946E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9208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>
              <a:extLst>
                <a:ext uri="{FF2B5EF4-FFF2-40B4-BE49-F238E27FC236}">
                  <a16:creationId xmlns:a16="http://schemas.microsoft.com/office/drawing/2014/main" id="{52AFC797-3A97-063C-E9A8-080C335117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18302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>
              <a:extLst>
                <a:ext uri="{FF2B5EF4-FFF2-40B4-BE49-F238E27FC236}">
                  <a16:creationId xmlns:a16="http://schemas.microsoft.com/office/drawing/2014/main" id="{B61D0E87-851F-5D4D-E9AE-95AA97D3DA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7396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6">
              <a:extLst>
                <a:ext uri="{FF2B5EF4-FFF2-40B4-BE49-F238E27FC236}">
                  <a16:creationId xmlns:a16="http://schemas.microsoft.com/office/drawing/2014/main" id="{27C16DED-A29D-3BDC-C8DC-5048C36F84D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2154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6">
              <a:extLst>
                <a:ext uri="{FF2B5EF4-FFF2-40B4-BE49-F238E27FC236}">
                  <a16:creationId xmlns:a16="http://schemas.microsoft.com/office/drawing/2014/main" id="{3E34EE4E-49F5-9AC0-A42A-00015AB709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94775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>
              <a:extLst>
                <a:ext uri="{FF2B5EF4-FFF2-40B4-BE49-F238E27FC236}">
                  <a16:creationId xmlns:a16="http://schemas.microsoft.com/office/drawing/2014/main" id="{E5BBBF1B-F3E3-0A33-F2A7-6EA12AF089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9533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6">
              <a:extLst>
                <a:ext uri="{FF2B5EF4-FFF2-40B4-BE49-F238E27FC236}">
                  <a16:creationId xmlns:a16="http://schemas.microsoft.com/office/drawing/2014/main" id="{267914E7-9638-A9DB-1D9E-8BC286EEBC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08627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6">
              <a:extLst>
                <a:ext uri="{FF2B5EF4-FFF2-40B4-BE49-F238E27FC236}">
                  <a16:creationId xmlns:a16="http://schemas.microsoft.com/office/drawing/2014/main" id="{8D879106-8945-17D0-ABC5-E0F642478C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47721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6">
              <a:extLst>
                <a:ext uri="{FF2B5EF4-FFF2-40B4-BE49-F238E27FC236}">
                  <a16:creationId xmlns:a16="http://schemas.microsoft.com/office/drawing/2014/main" id="{35808691-AA5C-0620-2867-5EDFFC0C14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622479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508E804F-D151-03D0-6A9B-2DAEB08B62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5100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7CACA07B-45E4-AE05-30CD-5CD80E9EB62C}"/>
                </a:ext>
              </a:extLst>
            </p:cNvPr>
            <p:cNvSpPr txBox="1"/>
            <p:nvPr/>
          </p:nvSpPr>
          <p:spPr>
            <a:xfrm>
              <a:off x="2488367" y="429396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52C9801-B997-CABD-EE3B-647217C29EFD}"/>
                </a:ext>
              </a:extLst>
            </p:cNvPr>
            <p:cNvSpPr txBox="1"/>
            <p:nvPr/>
          </p:nvSpPr>
          <p:spPr>
            <a:xfrm>
              <a:off x="63277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75D02A5-9A74-C674-15CC-BE70535F865D}"/>
                </a:ext>
              </a:extLst>
            </p:cNvPr>
            <p:cNvSpPr txBox="1"/>
            <p:nvPr/>
          </p:nvSpPr>
          <p:spPr>
            <a:xfrm>
              <a:off x="99714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5CC6DCD8-4F15-E9EC-094D-102AEFBC1A6D}"/>
                </a:ext>
              </a:extLst>
            </p:cNvPr>
            <p:cNvCxnSpPr>
              <a:cxnSpLocks/>
            </p:cNvCxnSpPr>
            <p:nvPr/>
          </p:nvCxnSpPr>
          <p:spPr>
            <a:xfrm>
              <a:off x="479208" y="5276538"/>
              <a:ext cx="12147158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95B060F9-3091-39B5-BF4F-40FC7E4C49B5}"/>
                </a:ext>
              </a:extLst>
            </p:cNvPr>
            <p:cNvSpPr txBox="1"/>
            <p:nvPr/>
          </p:nvSpPr>
          <p:spPr>
            <a:xfrm>
              <a:off x="3300194" y="734360"/>
              <a:ext cx="170488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あなた</a:t>
              </a:r>
              <a:endParaRPr lang="ja-JP" altLang="en-US" sz="3200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19FD7C65-09B7-03F7-9808-B6D5E11B0A9F}"/>
                </a:ext>
              </a:extLst>
            </p:cNvPr>
            <p:cNvSpPr txBox="1"/>
            <p:nvPr/>
          </p:nvSpPr>
          <p:spPr>
            <a:xfrm>
              <a:off x="8147745" y="657973"/>
              <a:ext cx="1316424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競合</a:t>
              </a:r>
              <a:endParaRPr lang="ja-JP" altLang="en-US" sz="3200"/>
            </a:p>
          </p:txBody>
        </p: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0AF6482E-F215-3675-989B-8BC3DF940C3B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2830131" y="4940294"/>
              <a:ext cx="0" cy="3362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0942DFC-2376-6EF0-465A-70019976832F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66695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DBE3840E-DD40-2FA0-6CA1-A04A6D0A4A11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>
              <a:off x="103132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04A42AFC-7720-6BF2-E759-8EBC99C55DD7}"/>
                </a:ext>
              </a:extLst>
            </p:cNvPr>
            <p:cNvSpPr txBox="1"/>
            <p:nvPr/>
          </p:nvSpPr>
          <p:spPr>
            <a:xfrm>
              <a:off x="3563175" y="7202776"/>
              <a:ext cx="640829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どこに陣取る？</a:t>
              </a:r>
              <a:endParaRPr lang="ja-JP" altLang="en-US" sz="3600"/>
            </a:p>
          </p:txBody>
        </p:sp>
      </p:grpSp>
    </p:spTree>
    <p:extLst>
      <p:ext uri="{BB962C8B-B14F-4D97-AF65-F5344CB8AC3E}">
        <p14:creationId xmlns:p14="http://schemas.microsoft.com/office/powerpoint/2010/main" val="1702893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4922311C-3DFD-369F-8747-6CD998C506BE}"/>
              </a:ext>
            </a:extLst>
          </p:cNvPr>
          <p:cNvGrpSpPr/>
          <p:nvPr/>
        </p:nvGrpSpPr>
        <p:grpSpPr>
          <a:xfrm>
            <a:off x="434237" y="1921795"/>
            <a:ext cx="12147158" cy="6233459"/>
            <a:chOff x="434237" y="1921795"/>
            <a:chExt cx="12147158" cy="6233459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134C64E-BFC1-D312-7CA3-FDC422F36642}"/>
                </a:ext>
              </a:extLst>
            </p:cNvPr>
            <p:cNvGrpSpPr/>
            <p:nvPr/>
          </p:nvGrpSpPr>
          <p:grpSpPr>
            <a:xfrm>
              <a:off x="434237" y="1921795"/>
              <a:ext cx="12147158" cy="5423386"/>
              <a:chOff x="434237" y="1921795"/>
              <a:chExt cx="12147158" cy="5423386"/>
            </a:xfrm>
          </p:grpSpPr>
          <p:cxnSp>
            <p:nvCxnSpPr>
              <p:cNvPr id="2" name="直線矢印コネクタ 1">
                <a:extLst>
                  <a:ext uri="{FF2B5EF4-FFF2-40B4-BE49-F238E27FC236}">
                    <a16:creationId xmlns:a16="http://schemas.microsoft.com/office/drawing/2014/main" id="{51800617-EADE-910C-1096-F2FEAFD62A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237" y="7345180"/>
                <a:ext cx="12147158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フリーフォーム 7">
                <a:extLst>
                  <a:ext uri="{FF2B5EF4-FFF2-40B4-BE49-F238E27FC236}">
                    <a16:creationId xmlns:a16="http://schemas.microsoft.com/office/drawing/2014/main" id="{A72F8354-49A4-9807-F87E-7A9461269ABA}"/>
                  </a:ext>
                </a:extLst>
              </p:cNvPr>
              <p:cNvSpPr/>
              <p:nvPr/>
            </p:nvSpPr>
            <p:spPr>
              <a:xfrm>
                <a:off x="681925" y="1921795"/>
                <a:ext cx="11437749" cy="5423386"/>
              </a:xfrm>
              <a:custGeom>
                <a:avLst/>
                <a:gdLst>
                  <a:gd name="csX0" fmla="*/ 0 w 11437749"/>
                  <a:gd name="csY0" fmla="*/ 4293030 h 4340395"/>
                  <a:gd name="csX1" fmla="*/ 2836190 w 11437749"/>
                  <a:gd name="csY1" fmla="*/ 3626603 h 4340395"/>
                  <a:gd name="csX2" fmla="*/ 5718875 w 11437749"/>
                  <a:gd name="csY2" fmla="*/ 0 h 4340395"/>
                  <a:gd name="csX3" fmla="*/ 8632556 w 11437749"/>
                  <a:gd name="csY3" fmla="*/ 3626603 h 4340395"/>
                  <a:gd name="csX4" fmla="*/ 11437749 w 11437749"/>
                  <a:gd name="csY4" fmla="*/ 4339525 h 43403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37749" h="4340395">
                    <a:moveTo>
                      <a:pt x="0" y="4293030"/>
                    </a:moveTo>
                    <a:cubicBezTo>
                      <a:pt x="941522" y="4317569"/>
                      <a:pt x="1883044" y="4342108"/>
                      <a:pt x="2836190" y="3626603"/>
                    </a:cubicBezTo>
                    <a:cubicBezTo>
                      <a:pt x="3789336" y="2911098"/>
                      <a:pt x="4752814" y="0"/>
                      <a:pt x="5718875" y="0"/>
                    </a:cubicBezTo>
                    <a:cubicBezTo>
                      <a:pt x="6684936" y="0"/>
                      <a:pt x="7679410" y="2903349"/>
                      <a:pt x="8632556" y="3626603"/>
                    </a:cubicBezTo>
                    <a:cubicBezTo>
                      <a:pt x="9585702" y="4349857"/>
                      <a:pt x="10511725" y="4344691"/>
                      <a:pt x="11437749" y="4339525"/>
                    </a:cubicBezTo>
                  </a:path>
                </a:pathLst>
              </a:custGeom>
              <a:noFill/>
              <a:ln w="571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AA185AAE-CA97-83FA-0F50-D9C4E1D194AF}"/>
                </a:ext>
              </a:extLst>
            </p:cNvPr>
            <p:cNvCxnSpPr>
              <a:stCxn id="8" idx="2"/>
            </p:cNvCxnSpPr>
            <p:nvPr/>
          </p:nvCxnSpPr>
          <p:spPr>
            <a:xfrm>
              <a:off x="6400800" y="1921795"/>
              <a:ext cx="0" cy="542338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82EC1CE-7F4A-7376-37B1-0C2ABDF60562}"/>
                </a:ext>
              </a:extLst>
            </p:cNvPr>
            <p:cNvSpPr txBox="1"/>
            <p:nvPr/>
          </p:nvSpPr>
          <p:spPr>
            <a:xfrm>
              <a:off x="605903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M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CCB070C-C6F0-FFD9-761D-D46D1888CB5F}"/>
                </a:ext>
              </a:extLst>
            </p:cNvPr>
            <p:cNvCxnSpPr>
              <a:cxnSpLocks/>
            </p:cNvCxnSpPr>
            <p:nvPr/>
          </p:nvCxnSpPr>
          <p:spPr>
            <a:xfrm>
              <a:off x="4445430" y="5005953"/>
              <a:ext cx="0" cy="233922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5E666F30-1982-3205-48D3-4B004F0F9660}"/>
                </a:ext>
              </a:extLst>
            </p:cNvPr>
            <p:cNvSpPr txBox="1"/>
            <p:nvPr/>
          </p:nvSpPr>
          <p:spPr>
            <a:xfrm>
              <a:off x="410366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053B2A0-86FA-AD31-DC9B-689D65A1317D}"/>
                </a:ext>
              </a:extLst>
            </p:cNvPr>
            <p:cNvCxnSpPr>
              <a:cxnSpLocks/>
            </p:cNvCxnSpPr>
            <p:nvPr/>
          </p:nvCxnSpPr>
          <p:spPr>
            <a:xfrm>
              <a:off x="7672643" y="3456122"/>
              <a:ext cx="0" cy="38890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FA9AEE42-BB5E-DBE4-287B-A8C285F3C39A}"/>
                </a:ext>
              </a:extLst>
            </p:cNvPr>
            <p:cNvSpPr txBox="1"/>
            <p:nvPr/>
          </p:nvSpPr>
          <p:spPr>
            <a:xfrm>
              <a:off x="7330878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1687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FD85492D-033C-EC21-02A4-0EE566667461}"/>
              </a:ext>
            </a:extLst>
          </p:cNvPr>
          <p:cNvGrpSpPr/>
          <p:nvPr/>
        </p:nvGrpSpPr>
        <p:grpSpPr>
          <a:xfrm>
            <a:off x="4668757" y="869454"/>
            <a:ext cx="3464087" cy="7627598"/>
            <a:chOff x="4668757" y="869454"/>
            <a:chExt cx="3464087" cy="7627598"/>
          </a:xfrm>
        </p:grpSpPr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8FA6DBF5-BDA5-3F98-BDC4-193A39893A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668757" y="4558734"/>
              <a:ext cx="3464086" cy="1625652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C5DC1682-1756-69D5-CDEF-2EAB7FDFD7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8757" y="869454"/>
              <a:ext cx="3464086" cy="3464086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B3259A7-8547-96D8-EB59-A7FB21BF8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68758" y="6409580"/>
              <a:ext cx="3464086" cy="20874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52963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739</TotalTime>
  <Words>286</Words>
  <Application>Microsoft Macintosh PowerPoint</Application>
  <PresentationFormat>A3 297x420 mm</PresentationFormat>
  <Paragraphs>121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2" baseType="lpstr">
      <vt:lpstr>HGPGothicE</vt:lpstr>
      <vt:lpstr>HGPSoeiKakugothicUB</vt:lpstr>
      <vt:lpstr>Hiragino Kaku Gothic StdN W8</vt:lpstr>
      <vt:lpstr>Hiragino Sans W4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淳平 鈴木</dc:creator>
  <cp:lastModifiedBy>SUZUKI JUNPEI</cp:lastModifiedBy>
  <cp:revision>13</cp:revision>
  <dcterms:created xsi:type="dcterms:W3CDTF">2025-10-30T06:11:06Z</dcterms:created>
  <dcterms:modified xsi:type="dcterms:W3CDTF">2026-05-29T11:19:41Z</dcterms:modified>
</cp:coreProperties>
</file>