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  <p:sldId id="263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78" r:id="rId25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84"/>
    <p:restoredTop sz="94658"/>
  </p:normalViewPr>
  <p:slideViewPr>
    <p:cSldViewPr snapToGrid="0">
      <p:cViewPr varScale="1">
        <p:scale>
          <a:sx n="82" d="100"/>
          <a:sy n="82" d="100"/>
        </p:scale>
        <p:origin x="7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449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51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862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11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91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307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57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09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60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50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75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9380-344E-284F-BE0F-D796858BF56F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6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BFBB75E9-DDD7-71B5-1D9A-DFC8F0FA3D61}"/>
              </a:ext>
            </a:extLst>
          </p:cNvPr>
          <p:cNvGrpSpPr/>
          <p:nvPr/>
        </p:nvGrpSpPr>
        <p:grpSpPr>
          <a:xfrm>
            <a:off x="228459" y="657563"/>
            <a:ext cx="12344682" cy="8286074"/>
            <a:chOff x="228459" y="329892"/>
            <a:chExt cx="12344682" cy="8286074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A067101-0DA1-C8D2-6320-95B906B79A98}"/>
                </a:ext>
              </a:extLst>
            </p:cNvPr>
            <p:cNvSpPr/>
            <p:nvPr/>
          </p:nvSpPr>
          <p:spPr>
            <a:xfrm>
              <a:off x="2230825" y="2622444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権力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71344F63-CA14-1A31-D8F9-95B53B0752C9}"/>
                </a:ext>
              </a:extLst>
            </p:cNvPr>
            <p:cNvSpPr/>
            <p:nvPr/>
          </p:nvSpPr>
          <p:spPr>
            <a:xfrm>
              <a:off x="2406457" y="723086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前期の導入</a:t>
              </a:r>
            </a:p>
          </p:txBody>
        </p: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97B77CC0-B32C-F47D-DB38-6D230C7B1C59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 rot="5400000">
              <a:off x="1826810" y="2523927"/>
              <a:ext cx="69424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A084D47D-149A-30F0-4AAE-599B1136160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3162299" y="1124921"/>
              <a:ext cx="2" cy="683760"/>
            </a:xfrm>
            <a:prstGeom prst="straightConnector1">
              <a:avLst/>
            </a:prstGeom>
            <a:ln w="38100">
              <a:headEnd type="oval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30F320E0-DE8A-CDC3-890B-944C9F782F87}"/>
                </a:ext>
              </a:extLst>
            </p:cNvPr>
            <p:cNvSpPr/>
            <p:nvPr/>
          </p:nvSpPr>
          <p:spPr>
            <a:xfrm>
              <a:off x="8883462" y="723085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後期の導入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8D3649AB-CB0A-E239-4DF3-0C3CC3B3784E}"/>
                </a:ext>
              </a:extLst>
            </p:cNvPr>
            <p:cNvSpPr/>
            <p:nvPr/>
          </p:nvSpPr>
          <p:spPr>
            <a:xfrm>
              <a:off x="2364455" y="7390684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前期まとめ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CE39C674-0195-9A95-A47D-3F42C5D65D06}"/>
                </a:ext>
              </a:extLst>
            </p:cNvPr>
            <p:cNvSpPr/>
            <p:nvPr/>
          </p:nvSpPr>
          <p:spPr>
            <a:xfrm>
              <a:off x="8869867" y="7422386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後期まとめ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F7ACFBE-F365-BF6E-3019-DC19891D3C68}"/>
                </a:ext>
              </a:extLst>
            </p:cNvPr>
            <p:cNvSpPr/>
            <p:nvPr/>
          </p:nvSpPr>
          <p:spPr>
            <a:xfrm>
              <a:off x="2230825" y="1808681"/>
              <a:ext cx="1862951" cy="5427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全体像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2D52B3-EC91-5852-BB13-238ECD1EA3EA}"/>
                </a:ext>
              </a:extLst>
            </p:cNvPr>
            <p:cNvSpPr/>
            <p:nvPr/>
          </p:nvSpPr>
          <p:spPr>
            <a:xfrm>
              <a:off x="7557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モデル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4E9BC466-F779-A048-8A07-96A9FA59BFCE}"/>
                </a:ext>
              </a:extLst>
            </p:cNvPr>
            <p:cNvSpPr/>
            <p:nvPr/>
          </p:nvSpPr>
          <p:spPr>
            <a:xfrm>
              <a:off x="7557341" y="25667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課題設定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政策ネットワーク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0C0BC3C-749B-1797-B5FB-588CA8D8A967}"/>
                </a:ext>
              </a:extLst>
            </p:cNvPr>
            <p:cNvSpPr/>
            <p:nvPr/>
          </p:nvSpPr>
          <p:spPr>
            <a:xfrm>
              <a:off x="9801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メディア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43E73B3D-8F3D-672D-BEA3-A5206CE30E3D}"/>
                </a:ext>
              </a:extLst>
            </p:cNvPr>
            <p:cNvSpPr/>
            <p:nvPr/>
          </p:nvSpPr>
          <p:spPr>
            <a:xfrm>
              <a:off x="9801342" y="2554482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組織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C871109-4ABC-5AFB-80C1-A4A584FC9451}"/>
                </a:ext>
              </a:extLst>
            </p:cNvPr>
            <p:cNvSpPr/>
            <p:nvPr/>
          </p:nvSpPr>
          <p:spPr>
            <a:xfrm>
              <a:off x="387713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市民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政治参加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053CC82-AEF3-3077-C51D-4867A565F04F}"/>
                </a:ext>
              </a:extLst>
            </p:cNvPr>
            <p:cNvSpPr/>
            <p:nvPr/>
          </p:nvSpPr>
          <p:spPr>
            <a:xfrm>
              <a:off x="387713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投票参加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E154D166-03F2-4307-E6BA-CF94F003DCCE}"/>
                </a:ext>
              </a:extLst>
            </p:cNvPr>
            <p:cNvSpPr/>
            <p:nvPr/>
          </p:nvSpPr>
          <p:spPr>
            <a:xfrm>
              <a:off x="387713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投票行動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C38E2025-3163-9C63-F803-B90BCF147D68}"/>
                </a:ext>
              </a:extLst>
            </p:cNvPr>
            <p:cNvSpPr/>
            <p:nvPr/>
          </p:nvSpPr>
          <p:spPr>
            <a:xfrm>
              <a:off x="387713" y="63017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選挙制度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BEDDA7BE-34BD-ADC8-48EF-F5732DE94BDB}"/>
                </a:ext>
              </a:extLst>
            </p:cNvPr>
            <p:cNvSpPr/>
            <p:nvPr/>
          </p:nvSpPr>
          <p:spPr>
            <a:xfrm>
              <a:off x="2364455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8B000975-3B14-69E2-7317-E3947EA94C4D}"/>
                </a:ext>
              </a:extLst>
            </p:cNvPr>
            <p:cNvSpPr/>
            <p:nvPr/>
          </p:nvSpPr>
          <p:spPr>
            <a:xfrm>
              <a:off x="2364455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政党システム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73F819F4-266C-62D2-1577-30C6FCBD108A}"/>
                </a:ext>
              </a:extLst>
            </p:cNvPr>
            <p:cNvSpPr/>
            <p:nvPr/>
          </p:nvSpPr>
          <p:spPr>
            <a:xfrm>
              <a:off x="2364455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政党間競争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協力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F6BD057-F7ED-373B-2D46-B8CF24F2CD45}"/>
                </a:ext>
              </a:extLst>
            </p:cNvPr>
            <p:cNvSpPr/>
            <p:nvPr/>
          </p:nvSpPr>
          <p:spPr>
            <a:xfrm>
              <a:off x="434119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0E17D6E-8713-B518-EEF9-8A803878FAF9}"/>
                </a:ext>
              </a:extLst>
            </p:cNvPr>
            <p:cNvSpPr/>
            <p:nvPr/>
          </p:nvSpPr>
          <p:spPr>
            <a:xfrm>
              <a:off x="434119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30DC901-F9D4-D354-7645-477182180CBE}"/>
                </a:ext>
              </a:extLst>
            </p:cNvPr>
            <p:cNvSpPr/>
            <p:nvPr/>
          </p:nvSpPr>
          <p:spPr>
            <a:xfrm>
              <a:off x="434119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利益代表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制度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7D722CF9-2D57-3CCE-9F8C-4176FF516CB7}"/>
                </a:ext>
              </a:extLst>
            </p:cNvPr>
            <p:cNvSpPr/>
            <p:nvPr/>
          </p:nvSpPr>
          <p:spPr>
            <a:xfrm>
              <a:off x="6880868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官僚と官僚制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F96833A3-8420-A1FD-3403-52763A63C043}"/>
                </a:ext>
              </a:extLst>
            </p:cNvPr>
            <p:cNvSpPr/>
            <p:nvPr/>
          </p:nvSpPr>
          <p:spPr>
            <a:xfrm>
              <a:off x="6880868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政策実施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過程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A1A067D7-E756-F98F-5180-F9CCDBB946A4}"/>
                </a:ext>
              </a:extLst>
            </p:cNvPr>
            <p:cNvSpPr/>
            <p:nvPr/>
          </p:nvSpPr>
          <p:spPr>
            <a:xfrm>
              <a:off x="886986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議会制度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C9F81858-1572-FA65-3B9A-EAD576FE48EA}"/>
                </a:ext>
              </a:extLst>
            </p:cNvPr>
            <p:cNvSpPr/>
            <p:nvPr/>
          </p:nvSpPr>
          <p:spPr>
            <a:xfrm>
              <a:off x="886986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執政制度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2A2BAA0C-1A79-9A01-A1A6-CAE54D3679D9}"/>
                </a:ext>
              </a:extLst>
            </p:cNvPr>
            <p:cNvSpPr/>
            <p:nvPr/>
          </p:nvSpPr>
          <p:spPr>
            <a:xfrm>
              <a:off x="886986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地方自治制度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D1517968-CEA0-B9AE-40BB-6C396A54606E}"/>
                </a:ext>
              </a:extLst>
            </p:cNvPr>
            <p:cNvSpPr/>
            <p:nvPr/>
          </p:nvSpPr>
          <p:spPr>
            <a:xfrm>
              <a:off x="10858866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経済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99D33750-9267-D581-6770-C0C851E6EFD3}"/>
                </a:ext>
              </a:extLst>
            </p:cNvPr>
            <p:cNvSpPr/>
            <p:nvPr/>
          </p:nvSpPr>
          <p:spPr>
            <a:xfrm>
              <a:off x="10858866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国際関係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3F8F8F58-8886-7952-DB1D-4EF1BC006DB6}"/>
                </a:ext>
              </a:extLst>
            </p:cNvPr>
            <p:cNvSpPr/>
            <p:nvPr/>
          </p:nvSpPr>
          <p:spPr>
            <a:xfrm>
              <a:off x="10858866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権威主義</a:t>
              </a:r>
              <a:r>
                <a:rPr kumimoji="1" lang="ja-JP" altLang="en-US" sz="105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endParaRPr kumimoji="1" lang="en-US" altLang="ja-JP" sz="105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5" name="角丸四角形 34">
              <a:extLst>
                <a:ext uri="{FF2B5EF4-FFF2-40B4-BE49-F238E27FC236}">
                  <a16:creationId xmlns:a16="http://schemas.microsoft.com/office/drawing/2014/main" id="{4D7400F5-EB0A-5DAA-10CD-95B54CD658C0}"/>
                </a:ext>
              </a:extLst>
            </p:cNvPr>
            <p:cNvSpPr/>
            <p:nvPr/>
          </p:nvSpPr>
          <p:spPr>
            <a:xfrm>
              <a:off x="2364455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期末試験</a:t>
              </a: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24D4167A-7141-FB51-6ED5-12234E0B6C22}"/>
                </a:ext>
              </a:extLst>
            </p:cNvPr>
            <p:cNvSpPr/>
            <p:nvPr/>
          </p:nvSpPr>
          <p:spPr>
            <a:xfrm>
              <a:off x="8869867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学年末試験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9F592AE2-0496-216A-66C9-B06082D0402F}"/>
                </a:ext>
              </a:extLst>
            </p:cNvPr>
            <p:cNvSpPr/>
            <p:nvPr/>
          </p:nvSpPr>
          <p:spPr>
            <a:xfrm>
              <a:off x="1712938" y="1616891"/>
              <a:ext cx="10433753" cy="175055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9C8C945D-5B0C-7787-0F4E-67C5D1B88799}"/>
                </a:ext>
              </a:extLst>
            </p:cNvPr>
            <p:cNvSpPr/>
            <p:nvPr/>
          </p:nvSpPr>
          <p:spPr>
            <a:xfrm>
              <a:off x="228459" y="3798240"/>
              <a:ext cx="1859833" cy="31833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7C4B2DCF-8B8B-351A-896C-6CC368894146}"/>
                </a:ext>
              </a:extLst>
            </p:cNvPr>
            <p:cNvSpPr/>
            <p:nvPr/>
          </p:nvSpPr>
          <p:spPr>
            <a:xfrm>
              <a:off x="2233943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9C990093-2446-06F5-615F-5CBF58EDC737}"/>
                </a:ext>
              </a:extLst>
            </p:cNvPr>
            <p:cNvSpPr/>
            <p:nvPr/>
          </p:nvSpPr>
          <p:spPr>
            <a:xfrm>
              <a:off x="422428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314BC540-DA44-081E-FFE2-1217FD112873}"/>
                </a:ext>
              </a:extLst>
            </p:cNvPr>
            <p:cNvSpPr/>
            <p:nvPr/>
          </p:nvSpPr>
          <p:spPr>
            <a:xfrm>
              <a:off x="8737796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DC2C5172-4F97-45A9-4669-143FE20F7DD5}"/>
                </a:ext>
              </a:extLst>
            </p:cNvPr>
            <p:cNvSpPr/>
            <p:nvPr/>
          </p:nvSpPr>
          <p:spPr>
            <a:xfrm>
              <a:off x="1071330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468439A-FD6A-792D-3BF6-642FB40661FD}"/>
                </a:ext>
              </a:extLst>
            </p:cNvPr>
            <p:cNvSpPr/>
            <p:nvPr/>
          </p:nvSpPr>
          <p:spPr>
            <a:xfrm>
              <a:off x="6805184" y="3798240"/>
              <a:ext cx="1859833" cy="158930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52EF844-9A95-908B-AA2C-B8EE06D10CC5}"/>
                </a:ext>
              </a:extLst>
            </p:cNvPr>
            <p:cNvSpPr txBox="1"/>
            <p:nvPr/>
          </p:nvSpPr>
          <p:spPr>
            <a:xfrm>
              <a:off x="1712938" y="1413492"/>
              <a:ext cx="18629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政治過程の全体像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895A84ED-DD74-30B3-9782-C712B7A4F774}"/>
                </a:ext>
              </a:extLst>
            </p:cNvPr>
            <p:cNvSpPr txBox="1"/>
            <p:nvPr/>
          </p:nvSpPr>
          <p:spPr>
            <a:xfrm>
              <a:off x="779116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市民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57D92AE8-EFE5-5136-9790-D605729C3E76}"/>
                </a:ext>
              </a:extLst>
            </p:cNvPr>
            <p:cNvSpPr/>
            <p:nvPr/>
          </p:nvSpPr>
          <p:spPr>
            <a:xfrm>
              <a:off x="2163506" y="7190606"/>
              <a:ext cx="8683104" cy="142536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51E0F06B-D53B-C0FC-B972-780308ECAEF7}"/>
                </a:ext>
              </a:extLst>
            </p:cNvPr>
            <p:cNvSpPr/>
            <p:nvPr/>
          </p:nvSpPr>
          <p:spPr>
            <a:xfrm>
              <a:off x="1782455" y="533291"/>
              <a:ext cx="9203224" cy="70890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15386CF-C903-8A66-0F10-F71D901A9C96}"/>
                </a:ext>
              </a:extLst>
            </p:cNvPr>
            <p:cNvSpPr txBox="1"/>
            <p:nvPr/>
          </p:nvSpPr>
          <p:spPr>
            <a:xfrm>
              <a:off x="1782454" y="32989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イントロダクション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4ECE68D-9572-B943-AEB6-56F212B835C1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3162301" y="2351414"/>
              <a:ext cx="0" cy="27103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AE39A9C4-8BAB-6168-B47E-F58BEC7FE50C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1185559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9F59040F-4893-6634-3F7B-ECFC0650F06B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185559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74858A88-C3EB-FA2B-9B7B-5A98856E9669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 rot="5400000" flipH="1" flipV="1">
              <a:off x="681413" y="4363565"/>
              <a:ext cx="2985034" cy="1976742"/>
            </a:xfrm>
            <a:prstGeom prst="bentConnector5">
              <a:avLst>
                <a:gd name="adj1" fmla="val -7658"/>
                <a:gd name="adj2" fmla="val 50000"/>
                <a:gd name="adj3" fmla="val 10765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2174D16D-CF56-7218-9852-58BA5607075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185559" y="60303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438A0CB8-B6D1-6A51-DE62-E453ED1F22C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3162301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971278CE-0E5F-8A6A-B4B5-59DFF5E44F36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>
              <a:off x="3162301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線矢印コネクタ 90">
              <a:extLst>
                <a:ext uri="{FF2B5EF4-FFF2-40B4-BE49-F238E27FC236}">
                  <a16:creationId xmlns:a16="http://schemas.microsoft.com/office/drawing/2014/main" id="{5513379D-64FE-01F9-82B2-37E6DE6278B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513904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C289066C-54E3-DAF3-FBA3-ED0956EC7A73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513904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16EB176D-490C-13A2-B01F-D5B578E9CC33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7678714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E8674F36-F8F4-27E6-136B-5B7C0A994775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966771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424B9C86-1882-55DF-BA97-790AC95EC91C}"/>
                </a:ext>
              </a:extLst>
            </p:cNvPr>
            <p:cNvCxnSpPr>
              <a:cxnSpLocks/>
              <a:stCxn id="30" idx="2"/>
              <a:endCxn id="31" idx="0"/>
            </p:cNvCxnSpPr>
            <p:nvPr/>
          </p:nvCxnSpPr>
          <p:spPr>
            <a:xfrm>
              <a:off x="966771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8116C3DC-0AED-0974-A00B-7D8FA31721F2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11656712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A929CE7C-DA26-1EEB-1F34-5F15A35E2CC8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11656712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0B229170-85CF-7EAC-121B-6203CAE3FA99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8488817" y="2295369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AA4129A1-26F4-A9DE-D01C-799AF0F9CB12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10732817" y="2295369"/>
              <a:ext cx="1" cy="259113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B7FE736-A406-78FA-848F-F0543CCE3279}"/>
                </a:ext>
              </a:extLst>
            </p:cNvPr>
            <p:cNvSpPr txBox="1"/>
            <p:nvPr/>
          </p:nvSpPr>
          <p:spPr>
            <a:xfrm>
              <a:off x="2783041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政党</a:t>
              </a:r>
            </a:p>
          </p:txBody>
        </p:sp>
        <p:cxnSp>
          <p:nvCxnSpPr>
            <p:cNvPr id="119" name="カギ線コネクタ 118">
              <a:extLst>
                <a:ext uri="{FF2B5EF4-FFF2-40B4-BE49-F238E27FC236}">
                  <a16:creationId xmlns:a16="http://schemas.microsoft.com/office/drawing/2014/main" id="{48D65B9D-6AB3-DDF3-9AD9-3B1E1CECBC98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5400000" flipH="1" flipV="1">
              <a:off x="3065205" y="3956515"/>
              <a:ext cx="2170934" cy="1976742"/>
            </a:xfrm>
            <a:prstGeom prst="bentConnector5">
              <a:avLst>
                <a:gd name="adj1" fmla="val -10530"/>
                <a:gd name="adj2" fmla="val 50000"/>
                <a:gd name="adj3" fmla="val 11053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19BA15D0-4F72-3129-540F-EB7B1A75A632}"/>
                </a:ext>
              </a:extLst>
            </p:cNvPr>
            <p:cNvSpPr txBox="1"/>
            <p:nvPr/>
          </p:nvSpPr>
          <p:spPr>
            <a:xfrm>
              <a:off x="4620588" y="3410368"/>
              <a:ext cx="100583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利益団体</a:t>
              </a:r>
            </a:p>
          </p:txBody>
        </p:sp>
        <p:cxnSp>
          <p:nvCxnSpPr>
            <p:cNvPr id="122" name="カギ線コネクタ 121">
              <a:extLst>
                <a:ext uri="{FF2B5EF4-FFF2-40B4-BE49-F238E27FC236}">
                  <a16:creationId xmlns:a16="http://schemas.microsoft.com/office/drawing/2014/main" id="{64C6AA1A-57C4-8467-BDC6-7BEA2CA6ACC9}"/>
                </a:ext>
              </a:extLst>
            </p:cNvPr>
            <p:cNvCxnSpPr>
              <a:cxnSpLocks/>
              <a:stCxn id="26" idx="2"/>
              <a:endCxn id="8" idx="0"/>
            </p:cNvCxnSpPr>
            <p:nvPr/>
          </p:nvCxnSpPr>
          <p:spPr>
            <a:xfrm rot="5400000">
              <a:off x="3470507" y="5722147"/>
              <a:ext cx="136033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D5752B3-0540-7DE6-AD8F-1B4B7CEC6DE1}"/>
                </a:ext>
              </a:extLst>
            </p:cNvPr>
            <p:cNvSpPr txBox="1"/>
            <p:nvPr/>
          </p:nvSpPr>
          <p:spPr>
            <a:xfrm>
              <a:off x="2163506" y="6987207"/>
              <a:ext cx="137805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まとめ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試験</a:t>
              </a:r>
            </a:p>
          </p:txBody>
        </p: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A2316393-0E4C-83B6-46B1-4D02C129264B}"/>
                </a:ext>
              </a:extLst>
            </p:cNvPr>
            <p:cNvCxnSpPr>
              <a:cxnSpLocks/>
              <a:stCxn id="8" idx="2"/>
              <a:endCxn id="35" idx="0"/>
            </p:cNvCxnSpPr>
            <p:nvPr/>
          </p:nvCxnSpPr>
          <p:spPr>
            <a:xfrm>
              <a:off x="3162301" y="7792519"/>
              <a:ext cx="0" cy="302088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1C48EFB4-F51C-5F5F-A161-70F0C4E4ED41}"/>
                </a:ext>
              </a:extLst>
            </p:cNvPr>
            <p:cNvCxnSpPr>
              <a:cxnSpLocks/>
              <a:stCxn id="9" idx="2"/>
              <a:endCxn id="36" idx="0"/>
            </p:cNvCxnSpPr>
            <p:nvPr/>
          </p:nvCxnSpPr>
          <p:spPr>
            <a:xfrm>
              <a:off x="9667713" y="7824221"/>
              <a:ext cx="0" cy="27038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カギ線コネクタ 130">
              <a:extLst>
                <a:ext uri="{FF2B5EF4-FFF2-40B4-BE49-F238E27FC236}">
                  <a16:creationId xmlns:a16="http://schemas.microsoft.com/office/drawing/2014/main" id="{1C6311B9-119B-0F55-96CD-38CC6ABBA5ED}"/>
                </a:ext>
              </a:extLst>
            </p:cNvPr>
            <p:cNvCxnSpPr>
              <a:cxnSpLocks/>
              <a:stCxn id="35" idx="2"/>
              <a:endCxn id="7" idx="0"/>
            </p:cNvCxnSpPr>
            <p:nvPr/>
          </p:nvCxnSpPr>
          <p:spPr>
            <a:xfrm rot="5400000" flipH="1" flipV="1">
              <a:off x="2514123" y="1371262"/>
              <a:ext cx="7773357" cy="6477003"/>
            </a:xfrm>
            <a:prstGeom prst="bentConnector5">
              <a:avLst>
                <a:gd name="adj1" fmla="val -2941"/>
                <a:gd name="adj2" fmla="val 50324"/>
                <a:gd name="adj3" fmla="val 1029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カギ線コネクタ 135">
              <a:extLst>
                <a:ext uri="{FF2B5EF4-FFF2-40B4-BE49-F238E27FC236}">
                  <a16:creationId xmlns:a16="http://schemas.microsoft.com/office/drawing/2014/main" id="{3E7D3AFF-FFCA-28E4-149E-B3E8528BFEB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rot="5400000" flipH="1" flipV="1">
              <a:off x="8932400" y="1309052"/>
              <a:ext cx="1356834" cy="2244000"/>
            </a:xfrm>
            <a:prstGeom prst="bentConnector5">
              <a:avLst>
                <a:gd name="adj1" fmla="val -16848"/>
                <a:gd name="adj2" fmla="val 50000"/>
                <a:gd name="adj3" fmla="val 11684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カギ線コネクタ 138">
              <a:extLst>
                <a:ext uri="{FF2B5EF4-FFF2-40B4-BE49-F238E27FC236}">
                  <a16:creationId xmlns:a16="http://schemas.microsoft.com/office/drawing/2014/main" id="{7B661206-5689-9B3B-48BB-3F2321571478}"/>
                </a:ext>
              </a:extLst>
            </p:cNvPr>
            <p:cNvCxnSpPr>
              <a:cxnSpLocks/>
              <a:stCxn id="15" idx="2"/>
              <a:endCxn id="27" idx="0"/>
            </p:cNvCxnSpPr>
            <p:nvPr/>
          </p:nvCxnSpPr>
          <p:spPr>
            <a:xfrm rot="5400000">
              <a:off x="8824665" y="1951265"/>
              <a:ext cx="762203" cy="3054104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5C8997-92ED-4180-3FB4-208C8CE9E6ED}"/>
                </a:ext>
              </a:extLst>
            </p:cNvPr>
            <p:cNvSpPr txBox="1"/>
            <p:nvPr/>
          </p:nvSpPr>
          <p:spPr>
            <a:xfrm>
              <a:off x="7306357" y="3407819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官僚</a:t>
              </a:r>
            </a:p>
          </p:txBody>
        </p:sp>
        <p:cxnSp>
          <p:nvCxnSpPr>
            <p:cNvPr id="144" name="カギ線コネクタ 143">
              <a:extLst>
                <a:ext uri="{FF2B5EF4-FFF2-40B4-BE49-F238E27FC236}">
                  <a16:creationId xmlns:a16="http://schemas.microsoft.com/office/drawing/2014/main" id="{2743F743-6B44-515A-6C60-B54D86096538}"/>
                </a:ext>
              </a:extLst>
            </p:cNvPr>
            <p:cNvCxnSpPr>
              <a:cxnSpLocks/>
              <a:stCxn id="28" idx="2"/>
              <a:endCxn id="41" idx="0"/>
            </p:cNvCxnSpPr>
            <p:nvPr/>
          </p:nvCxnSpPr>
          <p:spPr>
            <a:xfrm rot="5400000" flipH="1" flipV="1">
              <a:off x="7964206" y="3512747"/>
              <a:ext cx="1418013" cy="1988999"/>
            </a:xfrm>
            <a:prstGeom prst="bentConnector5">
              <a:avLst>
                <a:gd name="adj1" fmla="val -16121"/>
                <a:gd name="adj2" fmla="val 46680"/>
                <a:gd name="adj3" fmla="val 11612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カギ線コネクタ 146">
              <a:extLst>
                <a:ext uri="{FF2B5EF4-FFF2-40B4-BE49-F238E27FC236}">
                  <a16:creationId xmlns:a16="http://schemas.microsoft.com/office/drawing/2014/main" id="{CDAF6DFE-8CF4-D4B9-69B7-A3A9D9BE3975}"/>
                </a:ext>
              </a:extLst>
            </p:cNvPr>
            <p:cNvCxnSpPr>
              <a:cxnSpLocks/>
              <a:stCxn id="31" idx="2"/>
              <a:endCxn id="42" idx="0"/>
            </p:cNvCxnSpPr>
            <p:nvPr/>
          </p:nvCxnSpPr>
          <p:spPr>
            <a:xfrm rot="5400000" flipH="1" flipV="1">
              <a:off x="9539412" y="3926541"/>
              <a:ext cx="2232113" cy="1975512"/>
            </a:xfrm>
            <a:prstGeom prst="bentConnector5">
              <a:avLst>
                <a:gd name="adj1" fmla="val -10241"/>
                <a:gd name="adj2" fmla="val 46657"/>
                <a:gd name="adj3" fmla="val 1102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3ADBD934-456A-A93B-E02A-676A3346AA87}"/>
                </a:ext>
              </a:extLst>
            </p:cNvPr>
            <p:cNvSpPr txBox="1"/>
            <p:nvPr/>
          </p:nvSpPr>
          <p:spPr>
            <a:xfrm>
              <a:off x="9300838" y="3403970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制度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792B36-7E3C-516E-037F-3274D6D6295D}"/>
                </a:ext>
              </a:extLst>
            </p:cNvPr>
            <p:cNvSpPr txBox="1"/>
            <p:nvPr/>
          </p:nvSpPr>
          <p:spPr>
            <a:xfrm>
              <a:off x="11130427" y="3407819"/>
              <a:ext cx="101626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隣接分野</a:t>
              </a:r>
            </a:p>
          </p:txBody>
        </p:sp>
        <p:cxnSp>
          <p:nvCxnSpPr>
            <p:cNvPr id="150" name="カギ線コネクタ 149">
              <a:extLst>
                <a:ext uri="{FF2B5EF4-FFF2-40B4-BE49-F238E27FC236}">
                  <a16:creationId xmlns:a16="http://schemas.microsoft.com/office/drawing/2014/main" id="{CA475013-3422-1E52-A3BF-58DDC2DE4D64}"/>
                </a:ext>
              </a:extLst>
            </p:cNvPr>
            <p:cNvCxnSpPr>
              <a:cxnSpLocks/>
              <a:stCxn id="34" idx="2"/>
              <a:endCxn id="9" idx="0"/>
            </p:cNvCxnSpPr>
            <p:nvPr/>
          </p:nvCxnSpPr>
          <p:spPr>
            <a:xfrm rot="5400000">
              <a:off x="9966197" y="5731870"/>
              <a:ext cx="1392033" cy="1988999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カギ線コネクタ 152">
              <a:extLst>
                <a:ext uri="{FF2B5EF4-FFF2-40B4-BE49-F238E27FC236}">
                  <a16:creationId xmlns:a16="http://schemas.microsoft.com/office/drawing/2014/main" id="{2B5E7323-5A49-6053-AFE4-A4640396FE72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 rot="5400000">
              <a:off x="8750204" y="863534"/>
              <a:ext cx="627715" cy="1150487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941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EEDEE0F0-4F44-2EDC-68AC-0D713FD9FCD3}"/>
              </a:ext>
            </a:extLst>
          </p:cNvPr>
          <p:cNvGrpSpPr/>
          <p:nvPr/>
        </p:nvGrpSpPr>
        <p:grpSpPr>
          <a:xfrm>
            <a:off x="1389605" y="1523480"/>
            <a:ext cx="9751361" cy="5630826"/>
            <a:chOff x="1389605" y="1523480"/>
            <a:chExt cx="9751361" cy="5630826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06562B9-5ED5-1700-FB0B-8578407DC28B}"/>
                </a:ext>
              </a:extLst>
            </p:cNvPr>
            <p:cNvSpPr/>
            <p:nvPr/>
          </p:nvSpPr>
          <p:spPr>
            <a:xfrm>
              <a:off x="4368881" y="2358916"/>
              <a:ext cx="4253023" cy="2509284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BBCFD8A4-0BCE-AD7D-00AF-57826F3AF7D7}"/>
                </a:ext>
              </a:extLst>
            </p:cNvPr>
            <p:cNvSpPr txBox="1"/>
            <p:nvPr/>
          </p:nvSpPr>
          <p:spPr>
            <a:xfrm>
              <a:off x="5221645" y="2358916"/>
              <a:ext cx="25474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政治システム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5415830-D26C-1154-BEFE-420FB6491CAC}"/>
                </a:ext>
              </a:extLst>
            </p:cNvPr>
            <p:cNvSpPr txBox="1"/>
            <p:nvPr/>
          </p:nvSpPr>
          <p:spPr>
            <a:xfrm>
              <a:off x="8006349" y="2928900"/>
              <a:ext cx="615553" cy="136931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権威</a:t>
              </a: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3C2C4E7B-4548-D44D-9C35-02C6973E278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8621902" y="3613558"/>
              <a:ext cx="13629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カギ線コネクタ 15">
              <a:extLst>
                <a:ext uri="{FF2B5EF4-FFF2-40B4-BE49-F238E27FC236}">
                  <a16:creationId xmlns:a16="http://schemas.microsoft.com/office/drawing/2014/main" id="{5DEFE40C-DBCA-7BCC-A297-89A59B669C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4160" y="2943691"/>
              <a:ext cx="1864719" cy="763836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726C3DF7-8DAD-9C6E-83C6-2AF0E24429D0}"/>
                </a:ext>
              </a:extLst>
            </p:cNvPr>
            <p:cNvSpPr txBox="1"/>
            <p:nvPr/>
          </p:nvSpPr>
          <p:spPr>
            <a:xfrm>
              <a:off x="4377910" y="2943691"/>
              <a:ext cx="615553" cy="1369316"/>
            </a:xfrm>
            <a:prstGeom prst="rect">
              <a:avLst/>
            </a:prstGeom>
            <a:noFill/>
            <a:ln w="28575"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cxnSp>
          <p:nvCxnSpPr>
            <p:cNvPr id="21" name="カギ線コネクタ 20">
              <a:extLst>
                <a:ext uri="{FF2B5EF4-FFF2-40B4-BE49-F238E27FC236}">
                  <a16:creationId xmlns:a16="http://schemas.microsoft.com/office/drawing/2014/main" id="{3555D98E-A435-2E94-ADD8-54DB41C6B1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4160" y="3707527"/>
              <a:ext cx="1864719" cy="584775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29A8535E-7F87-5813-B76B-E810E8ACADEA}"/>
                </a:ext>
              </a:extLst>
            </p:cNvPr>
            <p:cNvSpPr/>
            <p:nvPr/>
          </p:nvSpPr>
          <p:spPr>
            <a:xfrm>
              <a:off x="4377910" y="5552858"/>
              <a:ext cx="4253023" cy="681624"/>
            </a:xfrm>
            <a:prstGeom prst="rect">
              <a:avLst/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3" name="カギ線コネクタ 62">
              <a:extLst>
                <a:ext uri="{FF2B5EF4-FFF2-40B4-BE49-F238E27FC236}">
                  <a16:creationId xmlns:a16="http://schemas.microsoft.com/office/drawing/2014/main" id="{0D78BDB5-6821-37D3-F585-8CD24F3679BF}"/>
                </a:ext>
              </a:extLst>
            </p:cNvPr>
            <p:cNvCxnSpPr>
              <a:endCxn id="60" idx="3"/>
            </p:cNvCxnSpPr>
            <p:nvPr/>
          </p:nvCxnSpPr>
          <p:spPr>
            <a:xfrm rot="5400000">
              <a:off x="8167824" y="4076667"/>
              <a:ext cx="2280112" cy="1353894"/>
            </a:xfrm>
            <a:prstGeom prst="bentConnector2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03019173-E463-0C07-E3C7-68CCAB5A1C25}"/>
                </a:ext>
              </a:extLst>
            </p:cNvPr>
            <p:cNvCxnSpPr>
              <a:stCxn id="60" idx="3"/>
            </p:cNvCxnSpPr>
            <p:nvPr/>
          </p:nvCxnSpPr>
          <p:spPr>
            <a:xfrm flipH="1">
              <a:off x="4368879" y="5893670"/>
              <a:ext cx="426205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26B79891-B1FB-BAC3-23FA-4C2F61920E9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rot="10800000">
              <a:off x="2504160" y="3707528"/>
              <a:ext cx="1873750" cy="2186143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1B048F65-AC25-83F1-E922-021FB520072E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4386939" y="2943691"/>
              <a:ext cx="3619410" cy="66986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カギ線コネクタ 74">
              <a:extLst>
                <a:ext uri="{FF2B5EF4-FFF2-40B4-BE49-F238E27FC236}">
                  <a16:creationId xmlns:a16="http://schemas.microsoft.com/office/drawing/2014/main" id="{9EE71799-BC71-C28A-966C-D04D7BDA9E34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4386939" y="3613558"/>
              <a:ext cx="3619410" cy="67874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6830AD39-E732-6D68-A3EA-927AF62A6CA6}"/>
                </a:ext>
              </a:extLst>
            </p:cNvPr>
            <p:cNvSpPr txBox="1"/>
            <p:nvPr/>
          </p:nvSpPr>
          <p:spPr>
            <a:xfrm>
              <a:off x="3436519" y="241265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要求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1653A2A3-AC32-BA70-8620-15A310C6D80E}"/>
                </a:ext>
              </a:extLst>
            </p:cNvPr>
            <p:cNvSpPr txBox="1"/>
            <p:nvPr/>
          </p:nvSpPr>
          <p:spPr>
            <a:xfrm>
              <a:off x="3436519" y="431300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支持</a:t>
              </a:r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99D5A187-5C37-1702-AD87-50F1A1951C96}"/>
                </a:ext>
              </a:extLst>
            </p:cNvPr>
            <p:cNvSpPr txBox="1"/>
            <p:nvPr/>
          </p:nvSpPr>
          <p:spPr>
            <a:xfrm>
              <a:off x="8621902" y="3151892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決定・行為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DD20EF1-9371-993E-95FA-A183D045E57C}"/>
                </a:ext>
              </a:extLst>
            </p:cNvPr>
            <p:cNvSpPr txBox="1"/>
            <p:nvPr/>
          </p:nvSpPr>
          <p:spPr>
            <a:xfrm>
              <a:off x="2504159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【①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入力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2" name="テキスト ボックス 81">
              <a:extLst>
                <a:ext uri="{FF2B5EF4-FFF2-40B4-BE49-F238E27FC236}">
                  <a16:creationId xmlns:a16="http://schemas.microsoft.com/office/drawing/2014/main" id="{797C436E-071A-91CF-BEE9-4F49253C6758}"/>
                </a:ext>
              </a:extLst>
            </p:cNvPr>
            <p:cNvSpPr txBox="1"/>
            <p:nvPr/>
          </p:nvSpPr>
          <p:spPr>
            <a:xfrm>
              <a:off x="5590320" y="1631211"/>
              <a:ext cx="16209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【②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変換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0F9375CB-F048-99D3-F590-DFA84989F81B}"/>
                </a:ext>
              </a:extLst>
            </p:cNvPr>
            <p:cNvSpPr txBox="1"/>
            <p:nvPr/>
          </p:nvSpPr>
          <p:spPr>
            <a:xfrm>
              <a:off x="8686997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【③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出力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89DAB1C2-914A-A268-8243-24B069345E0C}"/>
                </a:ext>
              </a:extLst>
            </p:cNvPr>
            <p:cNvSpPr txBox="1"/>
            <p:nvPr/>
          </p:nvSpPr>
          <p:spPr>
            <a:xfrm>
              <a:off x="4912253" y="5969991"/>
              <a:ext cx="297709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【④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フィードバック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AFA157EA-6CBE-6E69-6CBB-9602017866B6}"/>
                </a:ext>
              </a:extLst>
            </p:cNvPr>
            <p:cNvSpPr txBox="1"/>
            <p:nvPr/>
          </p:nvSpPr>
          <p:spPr>
            <a:xfrm>
              <a:off x="5898099" y="6569531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環境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A4D7246B-6B07-6BC9-F3C6-5C77D595750B}"/>
                </a:ext>
              </a:extLst>
            </p:cNvPr>
            <p:cNvSpPr/>
            <p:nvPr/>
          </p:nvSpPr>
          <p:spPr>
            <a:xfrm>
              <a:off x="1389605" y="1523480"/>
              <a:ext cx="9751361" cy="5630825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9129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7B2F218-CF48-A4FE-0926-7966C26D5D71}"/>
              </a:ext>
            </a:extLst>
          </p:cNvPr>
          <p:cNvGrpSpPr/>
          <p:nvPr/>
        </p:nvGrpSpPr>
        <p:grpSpPr>
          <a:xfrm>
            <a:off x="178633" y="961086"/>
            <a:ext cx="12338153" cy="6910369"/>
            <a:chOff x="178633" y="961086"/>
            <a:chExt cx="12338153" cy="6910369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3E9CCE8-934C-5797-F658-F8C156A06852}"/>
                </a:ext>
              </a:extLst>
            </p:cNvPr>
            <p:cNvSpPr txBox="1"/>
            <p:nvPr/>
          </p:nvSpPr>
          <p:spPr>
            <a:xfrm>
              <a:off x="3964898" y="4321417"/>
              <a:ext cx="3147936" cy="954107"/>
            </a:xfrm>
            <a:prstGeom prst="rect">
              <a:avLst/>
            </a:prstGeom>
            <a:solidFill>
              <a:schemeClr val="bg1"/>
            </a:solidFill>
            <a:ln w="4762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政党帰属意識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Party Identification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0FAC6CF-EE1D-0ABB-8044-737746F6E59E}"/>
                </a:ext>
              </a:extLst>
            </p:cNvPr>
            <p:cNvSpPr txBox="1"/>
            <p:nvPr/>
          </p:nvSpPr>
          <p:spPr>
            <a:xfrm>
              <a:off x="7965083" y="6772629"/>
              <a:ext cx="228412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争点態度</a:t>
              </a:r>
              <a:endParaRPr kumimoji="1" lang="en-US" altLang="ja-JP" sz="40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328B354-126B-74B5-6D7A-D55D0585D06C}"/>
                </a:ext>
              </a:extLst>
            </p:cNvPr>
            <p:cNvSpPr txBox="1"/>
            <p:nvPr/>
          </p:nvSpPr>
          <p:spPr>
            <a:xfrm>
              <a:off x="7792697" y="2320341"/>
              <a:ext cx="2628901" cy="646331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候補者属性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D167309-68AF-0BC1-04E7-F5E1BA1AA59C}"/>
                </a:ext>
              </a:extLst>
            </p:cNvPr>
            <p:cNvSpPr txBox="1"/>
            <p:nvPr/>
          </p:nvSpPr>
          <p:spPr>
            <a:xfrm>
              <a:off x="11047750" y="4413753"/>
              <a:ext cx="1469036" cy="76944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投票</a:t>
              </a:r>
              <a:endParaRPr kumimoji="1" lang="en-US" altLang="ja-JP" sz="44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B1EEC84-0B87-50B1-CB9B-4020BAD1E782}"/>
                </a:ext>
              </a:extLst>
            </p:cNvPr>
            <p:cNvSpPr txBox="1"/>
            <p:nvPr/>
          </p:nvSpPr>
          <p:spPr>
            <a:xfrm>
              <a:off x="418006" y="3048931"/>
              <a:ext cx="1888762" cy="3970318"/>
            </a:xfrm>
            <a:prstGeom prst="rect">
              <a:avLst/>
            </a:prstGeom>
            <a:solidFill>
              <a:schemeClr val="bg1"/>
            </a:solidFill>
            <a:ln w="12700" cmpd="dbl">
              <a:solidFill>
                <a:schemeClr val="tx1"/>
              </a:solidFill>
              <a:prstDash val="solid"/>
            </a:ln>
          </p:spPr>
          <p:txBody>
            <a:bodyPr wrap="square">
              <a:spAutoFit/>
            </a:bodyPr>
            <a:lstStyle/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年齢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学歴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職業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宗教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人種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階層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3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FCC049C9-AF1C-8DAB-658E-E05B289F5E96}"/>
                </a:ext>
              </a:extLst>
            </p:cNvPr>
            <p:cNvSpPr/>
            <p:nvPr/>
          </p:nvSpPr>
          <p:spPr>
            <a:xfrm>
              <a:off x="2763966" y="3351922"/>
              <a:ext cx="704537" cy="2893101"/>
            </a:xfrm>
            <a:prstGeom prst="right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C4EB1B1-B4D1-17D1-FA21-1FA3DAAEF894}"/>
                </a:ext>
              </a:extLst>
            </p:cNvPr>
            <p:cNvSpPr txBox="1"/>
            <p:nvPr/>
          </p:nvSpPr>
          <p:spPr>
            <a:xfrm>
              <a:off x="178633" y="2133814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社会属性</a:t>
              </a:r>
              <a:endParaRPr lang="ja-JP" altLang="en-US" sz="400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F2C0FA0-BF40-0E37-1913-E910B861FBD1}"/>
                </a:ext>
              </a:extLst>
            </p:cNvPr>
            <p:cNvSpPr/>
            <p:nvPr/>
          </p:nvSpPr>
          <p:spPr>
            <a:xfrm>
              <a:off x="3732552" y="1725488"/>
              <a:ext cx="6760564" cy="6145967"/>
            </a:xfrm>
            <a:prstGeom prst="rect">
              <a:avLst/>
            </a:prstGeom>
            <a:noFill/>
            <a:ln w="254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7F69185-AD4C-5B2E-3E3D-624BBB92FAA4}"/>
                </a:ext>
              </a:extLst>
            </p:cNvPr>
            <p:cNvSpPr txBox="1"/>
            <p:nvPr/>
          </p:nvSpPr>
          <p:spPr>
            <a:xfrm>
              <a:off x="6067112" y="961086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心理変数</a:t>
              </a:r>
              <a:endParaRPr lang="ja-JP" altLang="en-US" sz="400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DD5999A8-6731-7911-40FC-1983236AD614}"/>
                </a:ext>
              </a:extLst>
            </p:cNvPr>
            <p:cNvSpPr txBox="1"/>
            <p:nvPr/>
          </p:nvSpPr>
          <p:spPr>
            <a:xfrm>
              <a:off x="3570076" y="1235565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＜長期要因＞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973C2A8A-9893-96EF-2CFE-B8F8623C0D84}"/>
                </a:ext>
              </a:extLst>
            </p:cNvPr>
            <p:cNvSpPr txBox="1"/>
            <p:nvPr/>
          </p:nvSpPr>
          <p:spPr>
            <a:xfrm>
              <a:off x="8434619" y="1235565"/>
              <a:ext cx="210908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＜短期要因＞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7F396013-598F-417B-1A76-F61F4C2F8E89}"/>
                </a:ext>
              </a:extLst>
            </p:cNvPr>
            <p:cNvCxnSpPr>
              <a:stCxn id="3" idx="0"/>
              <a:endCxn id="6" idx="1"/>
            </p:cNvCxnSpPr>
            <p:nvPr/>
          </p:nvCxnSpPr>
          <p:spPr>
            <a:xfrm flipV="1">
              <a:off x="5538866" y="2643507"/>
              <a:ext cx="2253831" cy="167791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00B8955-454A-0AD8-AE5D-B2E376B8A962}"/>
                </a:ext>
              </a:extLst>
            </p:cNvPr>
            <p:cNvCxnSpPr>
              <a:cxnSpLocks/>
              <a:stCxn id="3" idx="2"/>
              <a:endCxn id="5" idx="1"/>
            </p:cNvCxnSpPr>
            <p:nvPr/>
          </p:nvCxnSpPr>
          <p:spPr>
            <a:xfrm>
              <a:off x="5538866" y="5275524"/>
              <a:ext cx="2426217" cy="185104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84991030-5A58-8AA2-14F5-A70A4F6F402E}"/>
                </a:ext>
              </a:extLst>
            </p:cNvPr>
            <p:cNvCxnSpPr>
              <a:cxnSpLocks/>
              <a:stCxn id="3" idx="3"/>
              <a:endCxn id="7" idx="1"/>
            </p:cNvCxnSpPr>
            <p:nvPr/>
          </p:nvCxnSpPr>
          <p:spPr>
            <a:xfrm>
              <a:off x="7112834" y="4798471"/>
              <a:ext cx="3934916" cy="3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E23864B6-8D96-0708-70EC-259E4CDBA46F}"/>
                </a:ext>
              </a:extLst>
            </p:cNvPr>
            <p:cNvCxnSpPr>
              <a:cxnSpLocks/>
              <a:stCxn id="6" idx="3"/>
              <a:endCxn id="7" idx="0"/>
            </p:cNvCxnSpPr>
            <p:nvPr/>
          </p:nvCxnSpPr>
          <p:spPr>
            <a:xfrm>
              <a:off x="10421598" y="2643507"/>
              <a:ext cx="1360670" cy="177024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EBFC494F-A509-135E-DC81-182547F839B2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 flipV="1">
              <a:off x="10249211" y="5183194"/>
              <a:ext cx="1533057" cy="194337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EE1ED944-BAAB-4624-9F47-75EB9A7C2C3D}"/>
                </a:ext>
              </a:extLst>
            </p:cNvPr>
            <p:cNvSpPr txBox="1"/>
            <p:nvPr/>
          </p:nvSpPr>
          <p:spPr>
            <a:xfrm rot="3141708">
              <a:off x="10155279" y="3016118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候補者投票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751F7D04-0BEB-19C1-2436-BF72E80BF0B0}"/>
                </a:ext>
              </a:extLst>
            </p:cNvPr>
            <p:cNvSpPr txBox="1"/>
            <p:nvPr/>
          </p:nvSpPr>
          <p:spPr>
            <a:xfrm rot="18439909">
              <a:off x="10168718" y="6089721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争点投票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8D8F90C3-1793-5AA6-38B6-2277BB899320}"/>
                </a:ext>
              </a:extLst>
            </p:cNvPr>
            <p:cNvSpPr txBox="1"/>
            <p:nvPr/>
          </p:nvSpPr>
          <p:spPr>
            <a:xfrm>
              <a:off x="7925125" y="4323282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政党投票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232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55E4A298-FAE9-BB3A-54EC-32A59A72542A}"/>
              </a:ext>
            </a:extLst>
          </p:cNvPr>
          <p:cNvGrpSpPr/>
          <p:nvPr/>
        </p:nvGrpSpPr>
        <p:grpSpPr>
          <a:xfrm>
            <a:off x="727023" y="2136553"/>
            <a:ext cx="11347554" cy="4527793"/>
            <a:chOff x="727023" y="2136553"/>
            <a:chExt cx="11347554" cy="4527793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DE0A01AA-223B-0937-3BA8-420048EB4195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A9BD77A-BB90-88A9-6922-913C329B6103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5A89AB2D-44F6-30E8-77A0-045605532980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400120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AEF5D39-F83C-6499-7B65-158847CF26B7}"/>
                </a:ext>
              </a:extLst>
            </p:cNvPr>
            <p:cNvSpPr txBox="1"/>
            <p:nvPr/>
          </p:nvSpPr>
          <p:spPr>
            <a:xfrm>
              <a:off x="290981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351CA1BD-89F2-C557-346D-6569E935292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10854210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D8BAB6E-650B-FA05-7018-973F9C27DAA8}"/>
                </a:ext>
              </a:extLst>
            </p:cNvPr>
            <p:cNvSpPr txBox="1"/>
            <p:nvPr/>
          </p:nvSpPr>
          <p:spPr>
            <a:xfrm>
              <a:off x="9762815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34A96AD2-1764-3E57-5A74-641A6443E21C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741E8AD4-F3BE-4524-EF4A-E84DC00166D5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右中かっこ 15">
              <a:extLst>
                <a:ext uri="{FF2B5EF4-FFF2-40B4-BE49-F238E27FC236}">
                  <a16:creationId xmlns:a16="http://schemas.microsoft.com/office/drawing/2014/main" id="{D26296EE-4C4C-CD64-18F9-D193FA7E468B}"/>
                </a:ext>
              </a:extLst>
            </p:cNvPr>
            <p:cNvSpPr/>
            <p:nvPr/>
          </p:nvSpPr>
          <p:spPr>
            <a:xfrm rot="5400000">
              <a:off x="8205921" y="3374535"/>
              <a:ext cx="626364" cy="4670213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B42D2180-B1A2-D467-FE50-FC5D748430C9}"/>
                </a:ext>
              </a:extLst>
            </p:cNvPr>
            <p:cNvSpPr txBox="1"/>
            <p:nvPr/>
          </p:nvSpPr>
          <p:spPr>
            <a:xfrm>
              <a:off x="7973641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29" name="右中かっこ 28">
              <a:extLst>
                <a:ext uri="{FF2B5EF4-FFF2-40B4-BE49-F238E27FC236}">
                  <a16:creationId xmlns:a16="http://schemas.microsoft.com/office/drawing/2014/main" id="{AD028ECA-9ECD-7B44-8CD2-9C576768961F}"/>
                </a:ext>
              </a:extLst>
            </p:cNvPr>
            <p:cNvSpPr/>
            <p:nvPr/>
          </p:nvSpPr>
          <p:spPr>
            <a:xfrm rot="5400000">
              <a:off x="4779420" y="4618248"/>
              <a:ext cx="626364" cy="218279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DEC6F89-6AF4-FE52-3301-3BDB897B8872}"/>
                </a:ext>
              </a:extLst>
            </p:cNvPr>
            <p:cNvSpPr txBox="1"/>
            <p:nvPr/>
          </p:nvSpPr>
          <p:spPr>
            <a:xfrm>
              <a:off x="4483802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3pp</a:t>
              </a:r>
              <a:endParaRPr lang="ja-JP" altLang="en-US" sz="280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ACC7B1B6-5A80-2E5E-461F-E558857E6F0A}"/>
                </a:ext>
              </a:extLst>
            </p:cNvPr>
            <p:cNvCxnSpPr/>
            <p:nvPr/>
          </p:nvCxnSpPr>
          <p:spPr>
            <a:xfrm>
              <a:off x="2920749" y="5018499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EF3ABFCC-AEC3-FCD5-6EA6-357583D54C59}"/>
                </a:ext>
              </a:extLst>
            </p:cNvPr>
            <p:cNvSpPr txBox="1"/>
            <p:nvPr/>
          </p:nvSpPr>
          <p:spPr>
            <a:xfrm>
              <a:off x="2311949" y="4431772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16343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83292DC-F4C0-FDB8-60C0-79F8BA659ABC}"/>
              </a:ext>
            </a:extLst>
          </p:cNvPr>
          <p:cNvGrpSpPr/>
          <p:nvPr/>
        </p:nvGrpSpPr>
        <p:grpSpPr>
          <a:xfrm>
            <a:off x="727023" y="2136553"/>
            <a:ext cx="11638306" cy="4536506"/>
            <a:chOff x="727023" y="2136553"/>
            <a:chExt cx="11638306" cy="453650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4BDD96B7-98D8-3FA0-004A-F19F2D8BAF92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92B43085-ADC3-9C51-06E2-375C0B88634E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D85D6DC-1754-3DF0-E8B6-762B6E89942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343357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C09F65C-22D9-DDA1-F199-1A17F0363D59}"/>
                </a:ext>
              </a:extLst>
            </p:cNvPr>
            <p:cNvSpPr txBox="1"/>
            <p:nvPr/>
          </p:nvSpPr>
          <p:spPr>
            <a:xfrm>
              <a:off x="234218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-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５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67009853-3BE5-58E4-F1AC-38659D39231E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273934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0B3A595C-AEDC-DECE-EB0F-CFC7BCA1028E}"/>
                </a:ext>
              </a:extLst>
            </p:cNvPr>
            <p:cNvSpPr txBox="1"/>
            <p:nvPr/>
          </p:nvSpPr>
          <p:spPr>
            <a:xfrm>
              <a:off x="10182539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91D384A-EA43-D1BF-EB4E-B5283DF9BDF4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6E6F00F-5332-1652-32FD-5A55630D1ED6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1" name="右中かっこ 10">
              <a:extLst>
                <a:ext uri="{FF2B5EF4-FFF2-40B4-BE49-F238E27FC236}">
                  <a16:creationId xmlns:a16="http://schemas.microsoft.com/office/drawing/2014/main" id="{61DF06EC-C4BA-D327-D30F-D4C59855C664}"/>
                </a:ext>
              </a:extLst>
            </p:cNvPr>
            <p:cNvSpPr/>
            <p:nvPr/>
          </p:nvSpPr>
          <p:spPr>
            <a:xfrm rot="5400000">
              <a:off x="8415783" y="3164673"/>
              <a:ext cx="626364" cy="5089937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9B377D7-DB8E-4BCF-F19D-348A1A9709E6}"/>
                </a:ext>
              </a:extLst>
            </p:cNvPr>
            <p:cNvSpPr txBox="1"/>
            <p:nvPr/>
          </p:nvSpPr>
          <p:spPr>
            <a:xfrm>
              <a:off x="8120165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13" name="右中かっこ 12">
              <a:extLst>
                <a:ext uri="{FF2B5EF4-FFF2-40B4-BE49-F238E27FC236}">
                  <a16:creationId xmlns:a16="http://schemas.microsoft.com/office/drawing/2014/main" id="{ED5C94DA-1CEE-70CE-270C-AFCB100D8409}"/>
                </a:ext>
              </a:extLst>
            </p:cNvPr>
            <p:cNvSpPr/>
            <p:nvPr/>
          </p:nvSpPr>
          <p:spPr>
            <a:xfrm rot="5400000">
              <a:off x="4495605" y="4334433"/>
              <a:ext cx="626364" cy="275042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0746537-8608-CC7F-FD95-F75CB3384B74}"/>
                </a:ext>
              </a:extLst>
            </p:cNvPr>
            <p:cNvSpPr txBox="1"/>
            <p:nvPr/>
          </p:nvSpPr>
          <p:spPr>
            <a:xfrm>
              <a:off x="4199987" y="6149839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10pp</a:t>
              </a:r>
              <a:endParaRPr lang="ja-JP" altLang="en-US" sz="2800"/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4CCA7A60-3609-C0AB-8E2C-9412877C68C0}"/>
                </a:ext>
              </a:extLst>
            </p:cNvPr>
            <p:cNvCxnSpPr/>
            <p:nvPr/>
          </p:nvCxnSpPr>
          <p:spPr>
            <a:xfrm>
              <a:off x="4808787" y="4985768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8D332A-66D1-694A-BA5F-0BD103FFD8D3}"/>
                </a:ext>
              </a:extLst>
            </p:cNvPr>
            <p:cNvSpPr txBox="1"/>
            <p:nvPr/>
          </p:nvSpPr>
          <p:spPr>
            <a:xfrm>
              <a:off x="4199987" y="4399041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260619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653FB7F-38AD-6E38-B241-7BEB63E275E7}"/>
              </a:ext>
            </a:extLst>
          </p:cNvPr>
          <p:cNvGrpSpPr/>
          <p:nvPr/>
        </p:nvGrpSpPr>
        <p:grpSpPr>
          <a:xfrm>
            <a:off x="1101783" y="4508212"/>
            <a:ext cx="10662689" cy="768326"/>
            <a:chOff x="1101783" y="4508212"/>
            <a:chExt cx="10662689" cy="76832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905C499-8AD2-07DF-9B07-E09E35DC46E2}"/>
                </a:ext>
              </a:extLst>
            </p:cNvPr>
            <p:cNvCxnSpPr/>
            <p:nvPr/>
          </p:nvCxnSpPr>
          <p:spPr>
            <a:xfrm>
              <a:off x="1858781" y="5276538"/>
              <a:ext cx="930889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25AEA0C4-DE11-698B-4BBC-5E390162DA93}"/>
                </a:ext>
              </a:extLst>
            </p:cNvPr>
            <p:cNvSpPr txBox="1"/>
            <p:nvPr/>
          </p:nvSpPr>
          <p:spPr>
            <a:xfrm>
              <a:off x="1101783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左派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B526EA3-0CDB-7C36-0F40-36597206FFDA}"/>
                </a:ext>
              </a:extLst>
            </p:cNvPr>
            <p:cNvSpPr txBox="1"/>
            <p:nvPr/>
          </p:nvSpPr>
          <p:spPr>
            <a:xfrm>
              <a:off x="10250476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右派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65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54E6B92-7806-F36F-3554-564653DE0127}"/>
              </a:ext>
            </a:extLst>
          </p:cNvPr>
          <p:cNvGrpSpPr/>
          <p:nvPr/>
        </p:nvGrpSpPr>
        <p:grpSpPr>
          <a:xfrm>
            <a:off x="155905" y="2097904"/>
            <a:ext cx="12354225" cy="5535944"/>
            <a:chOff x="155905" y="2090409"/>
            <a:chExt cx="12354225" cy="5535944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AB179B89-BD97-8127-E584-FD029C7127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761648" y="3299350"/>
              <a:ext cx="6748482" cy="208363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9FE17E4-5F4F-DAC0-42AF-89D67A5122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5905" y="2090409"/>
              <a:ext cx="4814136" cy="3638311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99CC7510-A02C-38ED-F9A6-B9CF413ED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34948" y="6950478"/>
              <a:ext cx="1991090" cy="675875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60FA8AE1-66AB-1E6A-7445-FE005B239B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9905" y="6004667"/>
              <a:ext cx="2003095" cy="418692"/>
            </a:xfrm>
            <a:prstGeom prst="rect">
              <a:avLst/>
            </a:prstGeom>
          </p:spPr>
        </p:pic>
        <p:pic>
          <p:nvPicPr>
            <p:cNvPr id="11" name="グラフィックス 10">
              <a:extLst>
                <a:ext uri="{FF2B5EF4-FFF2-40B4-BE49-F238E27FC236}">
                  <a16:creationId xmlns:a16="http://schemas.microsoft.com/office/drawing/2014/main" id="{65D0FD1D-1562-A30D-F15C-1FE78E2D4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228648" y="5768085"/>
              <a:ext cx="1419590" cy="946393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394A7A9F-7EF4-F90A-2525-FFBA855B2352}"/>
                </a:ext>
              </a:extLst>
            </p:cNvPr>
            <p:cNvSpPr/>
            <p:nvPr/>
          </p:nvSpPr>
          <p:spPr>
            <a:xfrm>
              <a:off x="4527031" y="3650105"/>
              <a:ext cx="1110138" cy="1031481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167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8EC752E-9A86-CF94-877B-1EEB4699CBAC}"/>
              </a:ext>
            </a:extLst>
          </p:cNvPr>
          <p:cNvGrpSpPr/>
          <p:nvPr/>
        </p:nvGrpSpPr>
        <p:grpSpPr>
          <a:xfrm>
            <a:off x="901930" y="2289500"/>
            <a:ext cx="10732539" cy="4717507"/>
            <a:chOff x="901930" y="2289500"/>
            <a:chExt cx="10732539" cy="471750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1D8D86D2-8C50-0D3B-9540-BCB2B93525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flipH="1">
              <a:off x="901930" y="2289500"/>
              <a:ext cx="4838469" cy="471750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871B4A9-70B0-567F-6509-8D6C55C4F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6795999" y="2551246"/>
              <a:ext cx="4838470" cy="4261642"/>
            </a:xfrm>
            <a:prstGeom prst="rect">
              <a:avLst/>
            </a:prstGeom>
          </p:spPr>
        </p:pic>
        <p:sp>
          <p:nvSpPr>
            <p:cNvPr id="6" name="爆発 1 5">
              <a:extLst>
                <a:ext uri="{FF2B5EF4-FFF2-40B4-BE49-F238E27FC236}">
                  <a16:creationId xmlns:a16="http://schemas.microsoft.com/office/drawing/2014/main" id="{C8B247BE-92D5-218C-EB9D-723D5675C0D5}"/>
                </a:ext>
              </a:extLst>
            </p:cNvPr>
            <p:cNvSpPr/>
            <p:nvPr/>
          </p:nvSpPr>
          <p:spPr>
            <a:xfrm>
              <a:off x="5700883" y="4572000"/>
              <a:ext cx="1395555" cy="103835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3355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3B0EA27-4F4A-7BE6-5D5E-917326157226}"/>
              </a:ext>
            </a:extLst>
          </p:cNvPr>
          <p:cNvGrpSpPr/>
          <p:nvPr/>
        </p:nvGrpSpPr>
        <p:grpSpPr>
          <a:xfrm>
            <a:off x="449705" y="2287730"/>
            <a:ext cx="11889074" cy="5635130"/>
            <a:chOff x="449705" y="2287730"/>
            <a:chExt cx="11889074" cy="563513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F7E0781-FA57-D187-5DE0-E36EB4DBC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03068" y="2287730"/>
              <a:ext cx="6535711" cy="1879176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59428A4-4822-DCA4-899A-FFA8E58151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450112" y="4044950"/>
              <a:ext cx="4691920" cy="1141796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D5A35544-6C18-D92B-1EDF-FD63CF408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9705" y="2921424"/>
              <a:ext cx="4635301" cy="1879176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05867858-962A-CA46-8AC2-01A1C3E061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90831" y="6208984"/>
              <a:ext cx="3937834" cy="1713876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7A41B520-DCA2-EC9C-033C-0F4F0724B746}"/>
                </a:ext>
              </a:extLst>
            </p:cNvPr>
            <p:cNvSpPr/>
            <p:nvPr/>
          </p:nvSpPr>
          <p:spPr>
            <a:xfrm>
              <a:off x="5304618" y="4103926"/>
              <a:ext cx="1049311" cy="93958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" name="グラフィックス 10" descr="手のひら 枠線">
              <a:extLst>
                <a:ext uri="{FF2B5EF4-FFF2-40B4-BE49-F238E27FC236}">
                  <a16:creationId xmlns:a16="http://schemas.microsoft.com/office/drawing/2014/main" id="{12087A20-AE75-1625-11EB-9A6563BA6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3525238">
              <a:off x="2917670" y="4677357"/>
              <a:ext cx="1423582" cy="1423582"/>
            </a:xfrm>
            <a:prstGeom prst="rect">
              <a:avLst/>
            </a:prstGeom>
          </p:spPr>
        </p:pic>
        <p:pic>
          <p:nvPicPr>
            <p:cNvPr id="17" name="グラフィックス 16" descr="手のひら 枠線">
              <a:extLst>
                <a:ext uri="{FF2B5EF4-FFF2-40B4-BE49-F238E27FC236}">
                  <a16:creationId xmlns:a16="http://schemas.microsoft.com/office/drawing/2014/main" id="{D34FAD1A-22D2-1FE0-FA1A-F5B57B6426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9201914" flipH="1">
              <a:off x="7635297" y="5212335"/>
              <a:ext cx="1423582" cy="14235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4596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06E8A9F-D814-836F-3AA7-ED3DE5350AFE}"/>
              </a:ext>
            </a:extLst>
          </p:cNvPr>
          <p:cNvGrpSpPr/>
          <p:nvPr/>
        </p:nvGrpSpPr>
        <p:grpSpPr>
          <a:xfrm>
            <a:off x="163905" y="2667201"/>
            <a:ext cx="12473790" cy="5290803"/>
            <a:chOff x="-159870" y="2545281"/>
            <a:chExt cx="13144344" cy="5575221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6A5DD93-333C-794A-0E7C-DA7E2DC03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34233" y="3469764"/>
              <a:ext cx="2150241" cy="215024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B90E74-EDD4-5120-1C51-0D5B92AF4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59870" y="3469765"/>
              <a:ext cx="2150241" cy="2150241"/>
            </a:xfrm>
            <a:prstGeom prst="rect">
              <a:avLst/>
            </a:prstGeom>
          </p:spPr>
        </p:pic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F3D9561A-70D4-CBC4-9B48-C0461EE32F14}"/>
                </a:ext>
              </a:extLst>
            </p:cNvPr>
            <p:cNvGrpSpPr/>
            <p:nvPr/>
          </p:nvGrpSpPr>
          <p:grpSpPr>
            <a:xfrm>
              <a:off x="3183410" y="2545281"/>
              <a:ext cx="6720447" cy="3759034"/>
              <a:chOff x="2698959" y="686302"/>
              <a:chExt cx="7403682" cy="4141197"/>
            </a:xfrm>
          </p:grpSpPr>
          <p:pic>
            <p:nvPicPr>
              <p:cNvPr id="3" name="図 2">
                <a:extLst>
                  <a:ext uri="{FF2B5EF4-FFF2-40B4-BE49-F238E27FC236}">
                    <a16:creationId xmlns:a16="http://schemas.microsoft.com/office/drawing/2014/main" id="{40B5E5C9-1957-04B8-1891-00832B1EC1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58838" y="1235622"/>
                <a:ext cx="2279858" cy="2837998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B711A6FA-42E9-08CE-AB49-EEC8F02F7D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97159" y="3022017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068E3096-8E9A-4E7C-E77C-3B0D7DBD67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293093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6EFE1DD9-9E9F-0310-B7E2-05FDDEC06C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98959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BDACC4AB-D322-95AC-1FB5-214BB0D87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98959" y="3022017"/>
                <a:ext cx="1805482" cy="1805482"/>
              </a:xfrm>
              <a:prstGeom prst="rect">
                <a:avLst/>
              </a:prstGeom>
            </p:spPr>
          </p:pic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4628CB2-D313-7334-C973-3A641E9162E7}"/>
                  </a:ext>
                </a:extLst>
              </p:cNvPr>
              <p:cNvGrpSpPr/>
              <p:nvPr/>
            </p:nvGrpSpPr>
            <p:grpSpPr>
              <a:xfrm rot="19714876">
                <a:off x="4512288" y="3047752"/>
                <a:ext cx="897769" cy="917340"/>
                <a:chOff x="4602268" y="3181912"/>
                <a:chExt cx="934691" cy="774368"/>
              </a:xfrm>
            </p:grpSpPr>
            <p:pic>
              <p:nvPicPr>
                <p:cNvPr id="18" name="グラフィックス 17" descr="手のひら 枠線">
                  <a:extLst>
                    <a:ext uri="{FF2B5EF4-FFF2-40B4-BE49-F238E27FC236}">
                      <a16:creationId xmlns:a16="http://schemas.microsoft.com/office/drawing/2014/main" id="{B768393D-7A0A-E468-160F-31A98D871D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19" name="グラフィックス 18" descr="保護の手 枠線">
                  <a:extLst>
                    <a:ext uri="{FF2B5EF4-FFF2-40B4-BE49-F238E27FC236}">
                      <a16:creationId xmlns:a16="http://schemas.microsoft.com/office/drawing/2014/main" id="{7BD03947-E06F-C1AC-FF5D-6789D7713C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4CC48456-ECF2-9A42-0A6B-2DFA2092063A}"/>
                  </a:ext>
                </a:extLst>
              </p:cNvPr>
              <p:cNvGrpSpPr/>
              <p:nvPr/>
            </p:nvGrpSpPr>
            <p:grpSpPr>
              <a:xfrm rot="1885124" flipH="1">
                <a:off x="7148193" y="3161867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1" name="グラフィックス 20" descr="手のひら 枠線">
                  <a:extLst>
                    <a:ext uri="{FF2B5EF4-FFF2-40B4-BE49-F238E27FC236}">
                      <a16:creationId xmlns:a16="http://schemas.microsoft.com/office/drawing/2014/main" id="{ED0954FF-6FD3-205B-0F04-AC9FFF885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2" name="グラフィックス 21" descr="保護の手 枠線">
                  <a:extLst>
                    <a:ext uri="{FF2B5EF4-FFF2-40B4-BE49-F238E27FC236}">
                      <a16:creationId xmlns:a16="http://schemas.microsoft.com/office/drawing/2014/main" id="{28549914-5818-E13D-F138-E038AAFD8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0A02241-FE79-49F8-01BD-93A0489B1EDC}"/>
                  </a:ext>
                </a:extLst>
              </p:cNvPr>
              <p:cNvGrpSpPr/>
              <p:nvPr/>
            </p:nvGrpSpPr>
            <p:grpSpPr>
              <a:xfrm rot="728023" flipH="1">
                <a:off x="4385854" y="1654881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4" name="グラフィックス 23" descr="手のひら 枠線">
                  <a:extLst>
                    <a:ext uri="{FF2B5EF4-FFF2-40B4-BE49-F238E27FC236}">
                      <a16:creationId xmlns:a16="http://schemas.microsoft.com/office/drawing/2014/main" id="{6812ED9D-82FC-F4E0-D2EF-AE62573C94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5" name="グラフィックス 24" descr="保護の手 枠線">
                  <a:extLst>
                    <a:ext uri="{FF2B5EF4-FFF2-40B4-BE49-F238E27FC236}">
                      <a16:creationId xmlns:a16="http://schemas.microsoft.com/office/drawing/2014/main" id="{A83171FE-A318-710F-D02A-FE517D985C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E30D3F02-1B4A-988B-6849-9F77E2143936}"/>
                  </a:ext>
                </a:extLst>
              </p:cNvPr>
              <p:cNvGrpSpPr/>
              <p:nvPr/>
            </p:nvGrpSpPr>
            <p:grpSpPr>
              <a:xfrm rot="20871977">
                <a:off x="7513912" y="1649244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7" name="グラフィックス 26" descr="手のひら 枠線">
                  <a:extLst>
                    <a:ext uri="{FF2B5EF4-FFF2-40B4-BE49-F238E27FC236}">
                      <a16:creationId xmlns:a16="http://schemas.microsoft.com/office/drawing/2014/main" id="{7A75D15A-7434-019D-7303-74C4879C39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保護の手 枠線">
                  <a:extLst>
                    <a:ext uri="{FF2B5EF4-FFF2-40B4-BE49-F238E27FC236}">
                      <a16:creationId xmlns:a16="http://schemas.microsoft.com/office/drawing/2014/main" id="{0DF26F29-313C-AB45-A603-6895325E45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CA84DEA7-A6FF-68A1-80D8-86D79E9FD86A}"/>
                </a:ext>
              </a:extLst>
            </p:cNvPr>
            <p:cNvGrpSpPr/>
            <p:nvPr/>
          </p:nvGrpSpPr>
          <p:grpSpPr>
            <a:xfrm>
              <a:off x="2039507" y="3358485"/>
              <a:ext cx="1252724" cy="2015680"/>
              <a:chOff x="1974676" y="3681372"/>
              <a:chExt cx="1252724" cy="2015680"/>
            </a:xfrm>
          </p:grpSpPr>
          <p:pic>
            <p:nvPicPr>
              <p:cNvPr id="30" name="グラフィックス 29" descr="挙手 単色塗りつぶし">
                <a:extLst>
                  <a:ext uri="{FF2B5EF4-FFF2-40B4-BE49-F238E27FC236}">
                    <a16:creationId xmlns:a16="http://schemas.microsoft.com/office/drawing/2014/main" id="{F8AC979E-EA43-EEF4-1C59-42FE57EF23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33" name="爆発 1 32">
                <a:extLst>
                  <a:ext uri="{FF2B5EF4-FFF2-40B4-BE49-F238E27FC236}">
                    <a16:creationId xmlns:a16="http://schemas.microsoft.com/office/drawing/2014/main" id="{E713EA43-AD2D-EFEF-0253-9C4E0E27223F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5CF32B2-B298-22EF-FB8C-5AF9550BAC02}"/>
                </a:ext>
              </a:extLst>
            </p:cNvPr>
            <p:cNvSpPr txBox="1"/>
            <p:nvPr/>
          </p:nvSpPr>
          <p:spPr>
            <a:xfrm>
              <a:off x="4606552" y="7166395"/>
              <a:ext cx="3870470" cy="95410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反システム政党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anti-system parties</a:t>
              </a:r>
              <a:endParaRPr lang="ja-JP" altLang="en-US" sz="36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E9CC1D99-0AD7-42E1-8275-E437E7394A7D}"/>
                </a:ext>
              </a:extLst>
            </p:cNvPr>
            <p:cNvGrpSpPr/>
            <p:nvPr/>
          </p:nvGrpSpPr>
          <p:grpSpPr>
            <a:xfrm flipH="1">
              <a:off x="9585709" y="3229722"/>
              <a:ext cx="1252724" cy="2015680"/>
              <a:chOff x="1974676" y="3681372"/>
              <a:chExt cx="1252724" cy="2015680"/>
            </a:xfrm>
          </p:grpSpPr>
          <p:pic>
            <p:nvPicPr>
              <p:cNvPr id="52" name="グラフィックス 51" descr="挙手 単色塗りつぶし">
                <a:extLst>
                  <a:ext uri="{FF2B5EF4-FFF2-40B4-BE49-F238E27FC236}">
                    <a16:creationId xmlns:a16="http://schemas.microsoft.com/office/drawing/2014/main" id="{4EBC70E3-2CF1-F576-46D9-5EBE303A3F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53" name="爆発 1 52">
                <a:extLst>
                  <a:ext uri="{FF2B5EF4-FFF2-40B4-BE49-F238E27FC236}">
                    <a16:creationId xmlns:a16="http://schemas.microsoft.com/office/drawing/2014/main" id="{C9D19384-CA44-0E04-6985-D5143B7E2659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55" name="曲線コネクタ 54">
              <a:extLst>
                <a:ext uri="{FF2B5EF4-FFF2-40B4-BE49-F238E27FC236}">
                  <a16:creationId xmlns:a16="http://schemas.microsoft.com/office/drawing/2014/main" id="{D37115D8-A875-D4D4-A78A-205E80D9F415}"/>
                </a:ext>
              </a:extLst>
            </p:cNvPr>
            <p:cNvCxnSpPr>
              <a:stCxn id="37" idx="3"/>
              <a:endCxn id="5" idx="2"/>
            </p:cNvCxnSpPr>
            <p:nvPr/>
          </p:nvCxnSpPr>
          <p:spPr>
            <a:xfrm flipV="1">
              <a:off x="8477022" y="5620005"/>
              <a:ext cx="3432332" cy="2023443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曲線コネクタ 55">
              <a:extLst>
                <a:ext uri="{FF2B5EF4-FFF2-40B4-BE49-F238E27FC236}">
                  <a16:creationId xmlns:a16="http://schemas.microsoft.com/office/drawing/2014/main" id="{1CFFDF0D-886B-4DE8-2381-0F950BA94E42}"/>
                </a:ext>
              </a:extLst>
            </p:cNvPr>
            <p:cNvCxnSpPr>
              <a:cxnSpLocks/>
              <a:stCxn id="37" idx="1"/>
              <a:endCxn id="7" idx="2"/>
            </p:cNvCxnSpPr>
            <p:nvPr/>
          </p:nvCxnSpPr>
          <p:spPr>
            <a:xfrm rot="10800000">
              <a:off x="915252" y="5620007"/>
              <a:ext cx="3691301" cy="2023442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6686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6C19007C-4305-2626-CEF5-58E409ED8840}"/>
              </a:ext>
            </a:extLst>
          </p:cNvPr>
          <p:cNvGrpSpPr/>
          <p:nvPr/>
        </p:nvGrpSpPr>
        <p:grpSpPr>
          <a:xfrm>
            <a:off x="157083" y="2370162"/>
            <a:ext cx="12508199" cy="4200379"/>
            <a:chOff x="157083" y="2370162"/>
            <a:chExt cx="12508199" cy="4200379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39068A81-4B16-F159-93AE-1A6270F08C76}"/>
                </a:ext>
              </a:extLst>
            </p:cNvPr>
            <p:cNvSpPr txBox="1"/>
            <p:nvPr/>
          </p:nvSpPr>
          <p:spPr>
            <a:xfrm>
              <a:off x="6876581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閣内協力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（連立）</a:t>
              </a:r>
              <a:endParaRPr lang="ja-JP" altLang="en-US" sz="3200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D61D920-1766-123A-1C04-CDCD26FA48FD}"/>
                </a:ext>
              </a:extLst>
            </p:cNvPr>
            <p:cNvSpPr txBox="1"/>
            <p:nvPr/>
          </p:nvSpPr>
          <p:spPr>
            <a:xfrm>
              <a:off x="3114050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閣外協力</a:t>
              </a:r>
              <a:endParaRPr kumimoji="1" lang="en-US" altLang="ja-JP" sz="32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  <a:p>
              <a:pPr algn="ctr"/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(confidence &amp; supply)</a:t>
              </a:r>
              <a:endParaRPr lang="ja-JP" altLang="en-US" sz="2000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C81767A-A0FF-429B-DACC-085FCFE830E2}"/>
                </a:ext>
              </a:extLst>
            </p:cNvPr>
            <p:cNvSpPr txBox="1"/>
            <p:nvPr/>
          </p:nvSpPr>
          <p:spPr>
            <a:xfrm>
              <a:off x="157083" y="2370162"/>
              <a:ext cx="2956967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部分連合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</a:t>
              </a: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パーシャル連合</a:t>
              </a: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)</a:t>
              </a:r>
              <a:endParaRPr lang="ja-JP" altLang="en-US" sz="32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858506E-44DC-E300-5FB1-C096E880AB21}"/>
                </a:ext>
              </a:extLst>
            </p:cNvPr>
            <p:cNvSpPr txBox="1"/>
            <p:nvPr/>
          </p:nvSpPr>
          <p:spPr>
            <a:xfrm>
              <a:off x="6876581" y="4231441"/>
              <a:ext cx="376253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閣僚ポストの共有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F2080C2A-8884-AE3E-7310-7F94276B45E6}"/>
                </a:ext>
              </a:extLst>
            </p:cNvPr>
            <p:cNvSpPr txBox="1"/>
            <p:nvPr/>
          </p:nvSpPr>
          <p:spPr>
            <a:xfrm>
              <a:off x="3822492" y="4816216"/>
              <a:ext cx="6816619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法案採決での恒常的協力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事前審査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F8F4E68D-1E61-BDCA-3629-F7723E656244}"/>
                </a:ext>
              </a:extLst>
            </p:cNvPr>
            <p:cNvSpPr txBox="1"/>
            <p:nvPr/>
          </p:nvSpPr>
          <p:spPr>
            <a:xfrm>
              <a:off x="3114049" y="5400991"/>
              <a:ext cx="752506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首相指名選挙での協力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8D4618CF-75F1-CC1E-92CF-87DD263695FC}"/>
                </a:ext>
              </a:extLst>
            </p:cNvPr>
            <p:cNvSpPr txBox="1"/>
            <p:nvPr/>
          </p:nvSpPr>
          <p:spPr>
            <a:xfrm>
              <a:off x="157084" y="5985766"/>
              <a:ext cx="10482026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法案採決でのその都度の協力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3003924-7F1D-25DA-D484-732855D6FF3B}"/>
                </a:ext>
              </a:extLst>
            </p:cNvPr>
            <p:cNvSpPr txBox="1"/>
            <p:nvPr/>
          </p:nvSpPr>
          <p:spPr>
            <a:xfrm>
              <a:off x="11347554" y="423144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政権</a:t>
              </a:r>
              <a:endParaRPr lang="ja-JP" altLang="en-US" sz="320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929AEA4-B99A-1F12-55ED-9F047D5FEE2E}"/>
                </a:ext>
              </a:extLst>
            </p:cNvPr>
            <p:cNvSpPr txBox="1"/>
            <p:nvPr/>
          </p:nvSpPr>
          <p:spPr>
            <a:xfrm>
              <a:off x="11347553" y="540099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国会</a:t>
              </a:r>
              <a:endParaRPr lang="ja-JP" altLang="en-US" sz="3200"/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5BFBE178-C7C8-F64F-3028-BD44D4CA1FB8}"/>
                </a:ext>
              </a:extLst>
            </p:cNvPr>
            <p:cNvCxnSpPr>
              <a:stCxn id="9" idx="1"/>
              <a:endCxn id="5" idx="3"/>
            </p:cNvCxnSpPr>
            <p:nvPr/>
          </p:nvCxnSpPr>
          <p:spPr>
            <a:xfrm flipH="1">
              <a:off x="10639112" y="4523829"/>
              <a:ext cx="708442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13E34BF8-78D1-2D79-DD40-89C30F8085F2}"/>
                </a:ext>
              </a:extLst>
            </p:cNvPr>
            <p:cNvCxnSpPr>
              <a:cxnSpLocks/>
              <a:stCxn id="9" idx="1"/>
              <a:endCxn id="7" idx="3"/>
            </p:cNvCxnSpPr>
            <p:nvPr/>
          </p:nvCxnSpPr>
          <p:spPr>
            <a:xfrm flipH="1">
              <a:off x="10639110" y="4523829"/>
              <a:ext cx="708444" cy="116955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BC45DE0E-BC62-63E8-FA86-21B5DE4731F9}"/>
                </a:ext>
              </a:extLst>
            </p:cNvPr>
            <p:cNvCxnSpPr>
              <a:cxnSpLocks/>
              <a:stCxn id="10" idx="1"/>
              <a:endCxn id="6" idx="3"/>
            </p:cNvCxnSpPr>
            <p:nvPr/>
          </p:nvCxnSpPr>
          <p:spPr>
            <a:xfrm flipH="1" flipV="1">
              <a:off x="10639111" y="5108604"/>
              <a:ext cx="708442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61E57DA-AE9D-766C-B214-10E9B2451208}"/>
                </a:ext>
              </a:extLst>
            </p:cNvPr>
            <p:cNvCxnSpPr>
              <a:cxnSpLocks/>
              <a:stCxn id="10" idx="1"/>
              <a:endCxn id="7" idx="3"/>
            </p:cNvCxnSpPr>
            <p:nvPr/>
          </p:nvCxnSpPr>
          <p:spPr>
            <a:xfrm flipH="1">
              <a:off x="10639110" y="5693379"/>
              <a:ext cx="708443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DE54C75F-C8C2-C45C-195E-8A44E8DDDEC8}"/>
                </a:ext>
              </a:extLst>
            </p:cNvPr>
            <p:cNvCxnSpPr>
              <a:cxnSpLocks/>
              <a:stCxn id="10" idx="1"/>
              <a:endCxn id="8" idx="3"/>
            </p:cNvCxnSpPr>
            <p:nvPr/>
          </p:nvCxnSpPr>
          <p:spPr>
            <a:xfrm flipH="1">
              <a:off x="10639110" y="5693379"/>
              <a:ext cx="708443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1957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0AC263B6-3684-6200-85D3-AED9CD034748}"/>
              </a:ext>
            </a:extLst>
          </p:cNvPr>
          <p:cNvGrpSpPr/>
          <p:nvPr/>
        </p:nvGrpSpPr>
        <p:grpSpPr>
          <a:xfrm>
            <a:off x="479208" y="657973"/>
            <a:ext cx="12147158" cy="7191134"/>
            <a:chOff x="479208" y="657973"/>
            <a:chExt cx="12147158" cy="7191134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228C3C54-CC6D-F0D0-0AA1-9E4F571D18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48598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CEB100D0-8D99-8C49-4BD9-848E6CCB75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45287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E1849215-7B0B-C2AA-4519-DD1B1A946E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9208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>
              <a:extLst>
                <a:ext uri="{FF2B5EF4-FFF2-40B4-BE49-F238E27FC236}">
                  <a16:creationId xmlns:a16="http://schemas.microsoft.com/office/drawing/2014/main" id="{52AFC797-3A97-063C-E9A8-080C335117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18302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>
              <a:extLst>
                <a:ext uri="{FF2B5EF4-FFF2-40B4-BE49-F238E27FC236}">
                  <a16:creationId xmlns:a16="http://schemas.microsoft.com/office/drawing/2014/main" id="{B61D0E87-851F-5D4D-E9AE-95AA97D3DA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7396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6">
              <a:extLst>
                <a:ext uri="{FF2B5EF4-FFF2-40B4-BE49-F238E27FC236}">
                  <a16:creationId xmlns:a16="http://schemas.microsoft.com/office/drawing/2014/main" id="{27C16DED-A29D-3BDC-C8DC-5048C36F84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2154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6">
              <a:extLst>
                <a:ext uri="{FF2B5EF4-FFF2-40B4-BE49-F238E27FC236}">
                  <a16:creationId xmlns:a16="http://schemas.microsoft.com/office/drawing/2014/main" id="{3E34EE4E-49F5-9AC0-A42A-00015AB709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94775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>
              <a:extLst>
                <a:ext uri="{FF2B5EF4-FFF2-40B4-BE49-F238E27FC236}">
                  <a16:creationId xmlns:a16="http://schemas.microsoft.com/office/drawing/2014/main" id="{E5BBBF1B-F3E3-0A33-F2A7-6EA12AF089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9533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6">
              <a:extLst>
                <a:ext uri="{FF2B5EF4-FFF2-40B4-BE49-F238E27FC236}">
                  <a16:creationId xmlns:a16="http://schemas.microsoft.com/office/drawing/2014/main" id="{267914E7-9638-A9DB-1D9E-8BC286EEBC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8627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6">
              <a:extLst>
                <a:ext uri="{FF2B5EF4-FFF2-40B4-BE49-F238E27FC236}">
                  <a16:creationId xmlns:a16="http://schemas.microsoft.com/office/drawing/2014/main" id="{8D879106-8945-17D0-ABC5-E0F642478C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47721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6">
              <a:extLst>
                <a:ext uri="{FF2B5EF4-FFF2-40B4-BE49-F238E27FC236}">
                  <a16:creationId xmlns:a16="http://schemas.microsoft.com/office/drawing/2014/main" id="{35808691-AA5C-0620-2867-5EDFFC0C14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622479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508E804F-D151-03D0-6A9B-2DAEB08B62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5100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7CACA07B-45E4-AE05-30CD-5CD80E9EB62C}"/>
                </a:ext>
              </a:extLst>
            </p:cNvPr>
            <p:cNvSpPr txBox="1"/>
            <p:nvPr/>
          </p:nvSpPr>
          <p:spPr>
            <a:xfrm>
              <a:off x="2488367" y="429396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52C9801-B997-CABD-EE3B-647217C29EFD}"/>
                </a:ext>
              </a:extLst>
            </p:cNvPr>
            <p:cNvSpPr txBox="1"/>
            <p:nvPr/>
          </p:nvSpPr>
          <p:spPr>
            <a:xfrm>
              <a:off x="63277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5D02A5-9A74-C674-15CC-BE70535F865D}"/>
                </a:ext>
              </a:extLst>
            </p:cNvPr>
            <p:cNvSpPr txBox="1"/>
            <p:nvPr/>
          </p:nvSpPr>
          <p:spPr>
            <a:xfrm>
              <a:off x="99714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5CC6DCD8-4F15-E9EC-094D-102AEFBC1A6D}"/>
                </a:ext>
              </a:extLst>
            </p:cNvPr>
            <p:cNvCxnSpPr>
              <a:cxnSpLocks/>
            </p:cNvCxnSpPr>
            <p:nvPr/>
          </p:nvCxnSpPr>
          <p:spPr>
            <a:xfrm>
              <a:off x="479208" y="5276538"/>
              <a:ext cx="12147158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95B060F9-3091-39B5-BF4F-40FC7E4C49B5}"/>
                </a:ext>
              </a:extLst>
            </p:cNvPr>
            <p:cNvSpPr txBox="1"/>
            <p:nvPr/>
          </p:nvSpPr>
          <p:spPr>
            <a:xfrm>
              <a:off x="3300194" y="734360"/>
              <a:ext cx="170488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あなた</a:t>
              </a:r>
              <a:endParaRPr lang="ja-JP" altLang="en-US" sz="320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9FD7C65-09B7-03F7-9808-B6D5E11B0A9F}"/>
                </a:ext>
              </a:extLst>
            </p:cNvPr>
            <p:cNvSpPr txBox="1"/>
            <p:nvPr/>
          </p:nvSpPr>
          <p:spPr>
            <a:xfrm>
              <a:off x="8147745" y="657973"/>
              <a:ext cx="1316424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競合</a:t>
              </a:r>
              <a:endParaRPr lang="ja-JP" altLang="en-US" sz="3200"/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0AF6482E-F215-3675-989B-8BC3DF940C3B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2830131" y="4940294"/>
              <a:ext cx="0" cy="3362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0942DFC-2376-6EF0-465A-70019976832F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66695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DBE3840E-DD40-2FA0-6CA1-A04A6D0A4A11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>
              <a:off x="103132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04A42AFC-7720-6BF2-E759-8EBC99C55DD7}"/>
                </a:ext>
              </a:extLst>
            </p:cNvPr>
            <p:cNvSpPr txBox="1"/>
            <p:nvPr/>
          </p:nvSpPr>
          <p:spPr>
            <a:xfrm>
              <a:off x="3563175" y="7202776"/>
              <a:ext cx="64082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どこに陣取る？</a:t>
              </a:r>
              <a:endParaRPr lang="ja-JP" altLang="en-US" sz="3600"/>
            </a:p>
          </p:txBody>
        </p:sp>
      </p:grpSp>
    </p:spTree>
    <p:extLst>
      <p:ext uri="{BB962C8B-B14F-4D97-AF65-F5344CB8AC3E}">
        <p14:creationId xmlns:p14="http://schemas.microsoft.com/office/powerpoint/2010/main" val="1702893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4922311C-3DFD-369F-8747-6CD998C506BE}"/>
              </a:ext>
            </a:extLst>
          </p:cNvPr>
          <p:cNvGrpSpPr/>
          <p:nvPr/>
        </p:nvGrpSpPr>
        <p:grpSpPr>
          <a:xfrm>
            <a:off x="434237" y="1921795"/>
            <a:ext cx="12147158" cy="6233459"/>
            <a:chOff x="434237" y="1921795"/>
            <a:chExt cx="12147158" cy="6233459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134C64E-BFC1-D312-7CA3-FDC422F36642}"/>
                </a:ext>
              </a:extLst>
            </p:cNvPr>
            <p:cNvGrpSpPr/>
            <p:nvPr/>
          </p:nvGrpSpPr>
          <p:grpSpPr>
            <a:xfrm>
              <a:off x="434237" y="1921795"/>
              <a:ext cx="12147158" cy="5423386"/>
              <a:chOff x="434237" y="1921795"/>
              <a:chExt cx="12147158" cy="5423386"/>
            </a:xfrm>
          </p:grpSpPr>
          <p:cxnSp>
            <p:nvCxnSpPr>
              <p:cNvPr id="2" name="直線矢印コネクタ 1">
                <a:extLst>
                  <a:ext uri="{FF2B5EF4-FFF2-40B4-BE49-F238E27FC236}">
                    <a16:creationId xmlns:a16="http://schemas.microsoft.com/office/drawing/2014/main" id="{51800617-EADE-910C-1096-F2FEAFD62A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237" y="7345180"/>
                <a:ext cx="1214715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フリーフォーム 7">
                <a:extLst>
                  <a:ext uri="{FF2B5EF4-FFF2-40B4-BE49-F238E27FC236}">
                    <a16:creationId xmlns:a16="http://schemas.microsoft.com/office/drawing/2014/main" id="{A72F8354-49A4-9807-F87E-7A9461269ABA}"/>
                  </a:ext>
                </a:extLst>
              </p:cNvPr>
              <p:cNvSpPr/>
              <p:nvPr/>
            </p:nvSpPr>
            <p:spPr>
              <a:xfrm>
                <a:off x="681925" y="1921795"/>
                <a:ext cx="11437749" cy="5423386"/>
              </a:xfrm>
              <a:custGeom>
                <a:avLst/>
                <a:gdLst>
                  <a:gd name="csX0" fmla="*/ 0 w 11437749"/>
                  <a:gd name="csY0" fmla="*/ 4293030 h 4340395"/>
                  <a:gd name="csX1" fmla="*/ 2836190 w 11437749"/>
                  <a:gd name="csY1" fmla="*/ 3626603 h 4340395"/>
                  <a:gd name="csX2" fmla="*/ 5718875 w 11437749"/>
                  <a:gd name="csY2" fmla="*/ 0 h 4340395"/>
                  <a:gd name="csX3" fmla="*/ 8632556 w 11437749"/>
                  <a:gd name="csY3" fmla="*/ 3626603 h 4340395"/>
                  <a:gd name="csX4" fmla="*/ 11437749 w 11437749"/>
                  <a:gd name="csY4" fmla="*/ 4339525 h 43403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37749" h="4340395">
                    <a:moveTo>
                      <a:pt x="0" y="4293030"/>
                    </a:moveTo>
                    <a:cubicBezTo>
                      <a:pt x="941522" y="4317569"/>
                      <a:pt x="1883044" y="4342108"/>
                      <a:pt x="2836190" y="3626603"/>
                    </a:cubicBezTo>
                    <a:cubicBezTo>
                      <a:pt x="3789336" y="2911098"/>
                      <a:pt x="4752814" y="0"/>
                      <a:pt x="5718875" y="0"/>
                    </a:cubicBezTo>
                    <a:cubicBezTo>
                      <a:pt x="6684936" y="0"/>
                      <a:pt x="7679410" y="2903349"/>
                      <a:pt x="8632556" y="3626603"/>
                    </a:cubicBezTo>
                    <a:cubicBezTo>
                      <a:pt x="9585702" y="4349857"/>
                      <a:pt x="10511725" y="4344691"/>
                      <a:pt x="11437749" y="4339525"/>
                    </a:cubicBezTo>
                  </a:path>
                </a:pathLst>
              </a:custGeom>
              <a:noFill/>
              <a:ln w="571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AA185AAE-CA97-83FA-0F50-D9C4E1D194AF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6400800" y="1921795"/>
              <a:ext cx="0" cy="542338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82EC1CE-7F4A-7376-37B1-0C2ABDF60562}"/>
                </a:ext>
              </a:extLst>
            </p:cNvPr>
            <p:cNvSpPr txBox="1"/>
            <p:nvPr/>
          </p:nvSpPr>
          <p:spPr>
            <a:xfrm>
              <a:off x="605903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M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CCB070C-C6F0-FFD9-761D-D46D1888CB5F}"/>
                </a:ext>
              </a:extLst>
            </p:cNvPr>
            <p:cNvCxnSpPr>
              <a:cxnSpLocks/>
            </p:cNvCxnSpPr>
            <p:nvPr/>
          </p:nvCxnSpPr>
          <p:spPr>
            <a:xfrm>
              <a:off x="4445430" y="5005953"/>
              <a:ext cx="0" cy="233922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5E666F30-1982-3205-48D3-4B004F0F9660}"/>
                </a:ext>
              </a:extLst>
            </p:cNvPr>
            <p:cNvSpPr txBox="1"/>
            <p:nvPr/>
          </p:nvSpPr>
          <p:spPr>
            <a:xfrm>
              <a:off x="410366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053B2A0-86FA-AD31-DC9B-689D65A1317D}"/>
                </a:ext>
              </a:extLst>
            </p:cNvPr>
            <p:cNvCxnSpPr>
              <a:cxnSpLocks/>
            </p:cNvCxnSpPr>
            <p:nvPr/>
          </p:nvCxnSpPr>
          <p:spPr>
            <a:xfrm>
              <a:off x="7672643" y="3456122"/>
              <a:ext cx="0" cy="38890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FA9AEE42-BB5E-DBE4-287B-A8C285F3C39A}"/>
                </a:ext>
              </a:extLst>
            </p:cNvPr>
            <p:cNvSpPr txBox="1"/>
            <p:nvPr/>
          </p:nvSpPr>
          <p:spPr>
            <a:xfrm>
              <a:off x="7330878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1687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FD85492D-033C-EC21-02A4-0EE566667461}"/>
              </a:ext>
            </a:extLst>
          </p:cNvPr>
          <p:cNvGrpSpPr/>
          <p:nvPr/>
        </p:nvGrpSpPr>
        <p:grpSpPr>
          <a:xfrm>
            <a:off x="4668757" y="869454"/>
            <a:ext cx="3464087" cy="7627598"/>
            <a:chOff x="4668757" y="869454"/>
            <a:chExt cx="3464087" cy="7627598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8FA6DBF5-BDA5-3F98-BDC4-193A39893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68757" y="4558734"/>
              <a:ext cx="3464086" cy="1625652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C5DC1682-1756-69D5-CDEF-2EAB7FDFD7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8757" y="869454"/>
              <a:ext cx="3464086" cy="3464086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B3259A7-8547-96D8-EB59-A7FB21BF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8758" y="6409580"/>
              <a:ext cx="3464086" cy="20874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52963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D8E344A5-66AA-23F5-BB80-47D17C82CBE9}"/>
              </a:ext>
            </a:extLst>
          </p:cNvPr>
          <p:cNvGrpSpPr/>
          <p:nvPr/>
        </p:nvGrpSpPr>
        <p:grpSpPr>
          <a:xfrm>
            <a:off x="658678" y="1013201"/>
            <a:ext cx="11484244" cy="7574797"/>
            <a:chOff x="658678" y="1013201"/>
            <a:chExt cx="11484244" cy="7574797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CA87287D-EC7F-8015-1E87-67108801A089}"/>
                </a:ext>
              </a:extLst>
            </p:cNvPr>
            <p:cNvSpPr/>
            <p:nvPr/>
          </p:nvSpPr>
          <p:spPr>
            <a:xfrm>
              <a:off x="658678" y="1013201"/>
              <a:ext cx="11484244" cy="757479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19B0345-9895-93B6-E1A1-5C158B3CC400}"/>
                </a:ext>
              </a:extLst>
            </p:cNvPr>
            <p:cNvSpPr txBox="1"/>
            <p:nvPr/>
          </p:nvSpPr>
          <p:spPr>
            <a:xfrm>
              <a:off x="1526581" y="1309404"/>
              <a:ext cx="7849893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利益集団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(interest group)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共通の利益を持つ人々の集合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例：農家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2CF03473-41A3-B639-A4F7-2729DDCF2BE9}"/>
                </a:ext>
              </a:extLst>
            </p:cNvPr>
            <p:cNvSpPr/>
            <p:nvPr/>
          </p:nvSpPr>
          <p:spPr>
            <a:xfrm>
              <a:off x="831742" y="3265057"/>
              <a:ext cx="11138115" cy="502487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347B5695-766B-B7DC-347E-C15ACED8EB61}"/>
                </a:ext>
              </a:extLst>
            </p:cNvPr>
            <p:cNvSpPr txBox="1"/>
            <p:nvPr/>
          </p:nvSpPr>
          <p:spPr>
            <a:xfrm>
              <a:off x="1526581" y="3404828"/>
              <a:ext cx="8624809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(organized interest)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利益集団のうち、</a:t>
              </a:r>
              <a:r>
                <a:rPr lang="ja-JP" altLang="ja-JP" sz="40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組織化</a:t>
              </a:r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されたもの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例：農協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8F5EB0E9-082A-C4F9-83C0-F0DC5FFBFC27}"/>
                </a:ext>
              </a:extLst>
            </p:cNvPr>
            <p:cNvSpPr/>
            <p:nvPr/>
          </p:nvSpPr>
          <p:spPr>
            <a:xfrm>
              <a:off x="1048717" y="5360481"/>
              <a:ext cx="10704164" cy="267682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CA55CD2-17BB-7C97-9556-C7A5AEF635AA}"/>
                </a:ext>
              </a:extLst>
            </p:cNvPr>
            <p:cNvSpPr txBox="1"/>
            <p:nvPr/>
          </p:nvSpPr>
          <p:spPr>
            <a:xfrm>
              <a:off x="1526581" y="5483176"/>
              <a:ext cx="9849175" cy="2431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圧力団体</a:t>
              </a:r>
              <a:r>
                <a:rPr kumimoji="1" lang="en-US" altLang="ja-JP" sz="4000" u="sng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(pressure group)</a:t>
              </a:r>
            </a:p>
            <a:p>
              <a:r>
                <a:rPr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利益団体のうち、実際に影響力を行使しているもの</a:t>
              </a:r>
              <a:b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※</a:t>
              </a:r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ネガティブなニュアンス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030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D8A4A37-8B26-7801-2D44-63E9D52D1832}"/>
              </a:ext>
            </a:extLst>
          </p:cNvPr>
          <p:cNvGrpSpPr/>
          <p:nvPr/>
        </p:nvGrpSpPr>
        <p:grpSpPr>
          <a:xfrm>
            <a:off x="1223182" y="1845590"/>
            <a:ext cx="11025562" cy="4985287"/>
            <a:chOff x="1223182" y="1845590"/>
            <a:chExt cx="11025562" cy="498528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BC5AD7DC-02F5-6716-C639-7BF2A28FA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2194" y="3719592"/>
              <a:ext cx="3111285" cy="311128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4BCFA-133B-FDEA-05CB-F3E1D87E5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37092" y="4677906"/>
              <a:ext cx="6711652" cy="1471047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69656FA9-E0C6-355F-DBE9-E6F769987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3182" y="1845590"/>
              <a:ext cx="5105764" cy="1587284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DA2CA574-BA45-DBA4-62FD-826C5DD5C2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352653" y="1845590"/>
              <a:ext cx="4429627" cy="15872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20683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0D22EA7-51CA-5C92-92CD-1F24458BDEF3}"/>
              </a:ext>
            </a:extLst>
          </p:cNvPr>
          <p:cNvGrpSpPr/>
          <p:nvPr/>
        </p:nvGrpSpPr>
        <p:grpSpPr>
          <a:xfrm>
            <a:off x="746782" y="960895"/>
            <a:ext cx="11358208" cy="6960139"/>
            <a:chOff x="746782" y="960895"/>
            <a:chExt cx="11358208" cy="6960139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5444705F-2363-561C-64FC-2623AAD874DE}"/>
                </a:ext>
              </a:extLst>
            </p:cNvPr>
            <p:cNvSpPr/>
            <p:nvPr/>
          </p:nvSpPr>
          <p:spPr>
            <a:xfrm>
              <a:off x="4613547" y="960895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A6E9DF6D-031A-1971-F3D5-77096528DA75}"/>
                </a:ext>
              </a:extLst>
            </p:cNvPr>
            <p:cNvSpPr txBox="1"/>
            <p:nvPr/>
          </p:nvSpPr>
          <p:spPr>
            <a:xfrm>
              <a:off x="5181008" y="1755013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7FA0E5B8-2E62-B7EC-423E-E5231D1C7435}"/>
                </a:ext>
              </a:extLst>
            </p:cNvPr>
            <p:cNvSpPr/>
            <p:nvPr/>
          </p:nvSpPr>
          <p:spPr>
            <a:xfrm>
              <a:off x="1039041" y="540632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CD59E102-84B0-A110-F7BC-22468A9198B8}"/>
                </a:ext>
              </a:extLst>
            </p:cNvPr>
            <p:cNvSpPr txBox="1"/>
            <p:nvPr/>
          </p:nvSpPr>
          <p:spPr>
            <a:xfrm>
              <a:off x="1606502" y="6200444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政治家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E446D13B-6BDA-A05B-FEAB-9B905FE90026}"/>
                </a:ext>
              </a:extLst>
            </p:cNvPr>
            <p:cNvSpPr/>
            <p:nvPr/>
          </p:nvSpPr>
          <p:spPr>
            <a:xfrm>
              <a:off x="8188053" y="540632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7FB546EF-7C9E-D6B2-137C-4FBE3905C785}"/>
                </a:ext>
              </a:extLst>
            </p:cNvPr>
            <p:cNvSpPr txBox="1"/>
            <p:nvPr/>
          </p:nvSpPr>
          <p:spPr>
            <a:xfrm>
              <a:off x="8755514" y="6200444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官僚</a:t>
              </a:r>
            </a:p>
          </p:txBody>
        </p:sp>
        <p:sp>
          <p:nvSpPr>
            <p:cNvPr id="11" name="下矢印 10">
              <a:extLst>
                <a:ext uri="{FF2B5EF4-FFF2-40B4-BE49-F238E27FC236}">
                  <a16:creationId xmlns:a16="http://schemas.microsoft.com/office/drawing/2014/main" id="{1CCE5B5A-1AD2-EFF1-13E5-254A8536B666}"/>
                </a:ext>
              </a:extLst>
            </p:cNvPr>
            <p:cNvSpPr/>
            <p:nvPr/>
          </p:nvSpPr>
          <p:spPr>
            <a:xfrm rot="16200000">
              <a:off x="6230318" y="4580870"/>
              <a:ext cx="340964" cy="2898183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下矢印 11">
              <a:extLst>
                <a:ext uri="{FF2B5EF4-FFF2-40B4-BE49-F238E27FC236}">
                  <a16:creationId xmlns:a16="http://schemas.microsoft.com/office/drawing/2014/main" id="{55CA0CD9-1DC7-3559-EFB7-C8F49DE89332}"/>
                </a:ext>
              </a:extLst>
            </p:cNvPr>
            <p:cNvSpPr/>
            <p:nvPr/>
          </p:nvSpPr>
          <p:spPr>
            <a:xfrm rot="5400000">
              <a:off x="6230316" y="5691276"/>
              <a:ext cx="340964" cy="2898183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E99B7208-9C26-596C-840F-DE7F6601286F}"/>
                </a:ext>
              </a:extLst>
            </p:cNvPr>
            <p:cNvGrpSpPr/>
            <p:nvPr/>
          </p:nvGrpSpPr>
          <p:grpSpPr>
            <a:xfrm rot="18946011">
              <a:off x="1789026" y="3149823"/>
              <a:ext cx="2898185" cy="1451370"/>
              <a:chOff x="1715361" y="2648985"/>
              <a:chExt cx="2898185" cy="1451370"/>
            </a:xfrm>
          </p:grpSpPr>
          <p:sp>
            <p:nvSpPr>
              <p:cNvPr id="13" name="下矢印 12">
                <a:extLst>
                  <a:ext uri="{FF2B5EF4-FFF2-40B4-BE49-F238E27FC236}">
                    <a16:creationId xmlns:a16="http://schemas.microsoft.com/office/drawing/2014/main" id="{EA18E6E5-13B3-BE80-A13F-ADA4F1FDDC02}"/>
                  </a:ext>
                </a:extLst>
              </p:cNvPr>
              <p:cNvSpPr/>
              <p:nvPr/>
            </p:nvSpPr>
            <p:spPr>
              <a:xfrm rot="16200000">
                <a:off x="2993973" y="1370375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下矢印 13">
                <a:extLst>
                  <a:ext uri="{FF2B5EF4-FFF2-40B4-BE49-F238E27FC236}">
                    <a16:creationId xmlns:a16="http://schemas.microsoft.com/office/drawing/2014/main" id="{330F52D8-5313-25BD-FB15-5251A8E29851}"/>
                  </a:ext>
                </a:extLst>
              </p:cNvPr>
              <p:cNvSpPr/>
              <p:nvPr/>
            </p:nvSpPr>
            <p:spPr>
              <a:xfrm rot="5400000">
                <a:off x="2993971" y="2480781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7D5E2D45-F751-8ECD-D05D-F2FC3F014C8C}"/>
                </a:ext>
              </a:extLst>
            </p:cNvPr>
            <p:cNvGrpSpPr/>
            <p:nvPr/>
          </p:nvGrpSpPr>
          <p:grpSpPr>
            <a:xfrm rot="2748835">
              <a:off x="8128519" y="3135727"/>
              <a:ext cx="2898185" cy="1451370"/>
              <a:chOff x="1715361" y="2648985"/>
              <a:chExt cx="2898185" cy="1451370"/>
            </a:xfrm>
          </p:grpSpPr>
          <p:sp>
            <p:nvSpPr>
              <p:cNvPr id="17" name="下矢印 16">
                <a:extLst>
                  <a:ext uri="{FF2B5EF4-FFF2-40B4-BE49-F238E27FC236}">
                    <a16:creationId xmlns:a16="http://schemas.microsoft.com/office/drawing/2014/main" id="{BEFCFB73-255E-966C-88CD-0C407AA17A91}"/>
                  </a:ext>
                </a:extLst>
              </p:cNvPr>
              <p:cNvSpPr/>
              <p:nvPr/>
            </p:nvSpPr>
            <p:spPr>
              <a:xfrm rot="16200000">
                <a:off x="2993973" y="1370375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下矢印 17">
                <a:extLst>
                  <a:ext uri="{FF2B5EF4-FFF2-40B4-BE49-F238E27FC236}">
                    <a16:creationId xmlns:a16="http://schemas.microsoft.com/office/drawing/2014/main" id="{C867BBAA-D320-7BE8-CE54-2E28DA1FF54F}"/>
                  </a:ext>
                </a:extLst>
              </p:cNvPr>
              <p:cNvSpPr/>
              <p:nvPr/>
            </p:nvSpPr>
            <p:spPr>
              <a:xfrm rot="5400000">
                <a:off x="2993971" y="2480781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14029790-E533-3F8E-89E7-8548F16BC61C}"/>
                </a:ext>
              </a:extLst>
            </p:cNvPr>
            <p:cNvSpPr txBox="1"/>
            <p:nvPr/>
          </p:nvSpPr>
          <p:spPr>
            <a:xfrm>
              <a:off x="746782" y="2890633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票・カネ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79380E9C-19C4-BC66-57FE-2067E6F0FC95}"/>
                </a:ext>
              </a:extLst>
            </p:cNvPr>
            <p:cNvSpPr txBox="1"/>
            <p:nvPr/>
          </p:nvSpPr>
          <p:spPr>
            <a:xfrm>
              <a:off x="3625416" y="4215825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有利な政策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080E85C4-3030-DCF6-3F08-ECAAE2EBDB97}"/>
                </a:ext>
              </a:extLst>
            </p:cNvPr>
            <p:cNvSpPr txBox="1"/>
            <p:nvPr/>
          </p:nvSpPr>
          <p:spPr>
            <a:xfrm>
              <a:off x="6861250" y="4214929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有利な政策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F4BBBE1B-0E12-E3C5-A459-EFA5642BC3E1}"/>
                </a:ext>
              </a:extLst>
            </p:cNvPr>
            <p:cNvSpPr txBox="1"/>
            <p:nvPr/>
          </p:nvSpPr>
          <p:spPr>
            <a:xfrm>
              <a:off x="9665407" y="2379392"/>
              <a:ext cx="2439583" cy="107721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天下り先・</a:t>
              </a:r>
              <a:endParaRPr kumimoji="1" lang="en-US" altLang="ja-JP" sz="32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政策支援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4D43D604-E3CB-1680-8903-7B7D4E56D270}"/>
                </a:ext>
              </a:extLst>
            </p:cNvPr>
            <p:cNvSpPr txBox="1"/>
            <p:nvPr/>
          </p:nvSpPr>
          <p:spPr>
            <a:xfrm>
              <a:off x="4708306" y="7336259"/>
              <a:ext cx="314158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専門知識・情報</a:t>
              </a: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8A9BD05C-8695-B7EF-B3DE-072F73488E87}"/>
                </a:ext>
              </a:extLst>
            </p:cNvPr>
            <p:cNvSpPr txBox="1"/>
            <p:nvPr/>
          </p:nvSpPr>
          <p:spPr>
            <a:xfrm>
              <a:off x="4819803" y="5276757"/>
              <a:ext cx="316199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出世のチャンス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9324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グループ化 73">
            <a:extLst>
              <a:ext uri="{FF2B5EF4-FFF2-40B4-BE49-F238E27FC236}">
                <a16:creationId xmlns:a16="http://schemas.microsoft.com/office/drawing/2014/main" id="{D886DFFB-752D-DC17-E3AA-2176F4D591FE}"/>
              </a:ext>
            </a:extLst>
          </p:cNvPr>
          <p:cNvGrpSpPr/>
          <p:nvPr/>
        </p:nvGrpSpPr>
        <p:grpSpPr>
          <a:xfrm>
            <a:off x="790413" y="382291"/>
            <a:ext cx="11220774" cy="8073574"/>
            <a:chOff x="790413" y="382291"/>
            <a:chExt cx="11220774" cy="8073574"/>
          </a:xfrm>
        </p:grpSpPr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3E923A2-EE39-7369-77B7-883247458A0C}"/>
                </a:ext>
              </a:extLst>
            </p:cNvPr>
            <p:cNvSpPr/>
            <p:nvPr/>
          </p:nvSpPr>
          <p:spPr>
            <a:xfrm>
              <a:off x="5262001" y="382291"/>
              <a:ext cx="2277597" cy="83690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政府</a:t>
              </a:r>
              <a:endParaRPr kumimoji="1" lang="ja-JP" altLang="en-US" sz="3000"/>
            </a:p>
          </p:txBody>
        </p:sp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006AF209-8C92-4D26-0A78-686B7ED4A35A}"/>
                </a:ext>
              </a:extLst>
            </p:cNvPr>
            <p:cNvGrpSpPr/>
            <p:nvPr/>
          </p:nvGrpSpPr>
          <p:grpSpPr>
            <a:xfrm>
              <a:off x="790413" y="2522350"/>
              <a:ext cx="2774196" cy="3006385"/>
              <a:chOff x="790413" y="2522350"/>
              <a:chExt cx="2774196" cy="3006385"/>
            </a:xfrm>
          </p:grpSpPr>
          <p:sp>
            <p:nvSpPr>
              <p:cNvPr id="14" name="三角形 13">
                <a:extLst>
                  <a:ext uri="{FF2B5EF4-FFF2-40B4-BE49-F238E27FC236}">
                    <a16:creationId xmlns:a16="http://schemas.microsoft.com/office/drawing/2014/main" id="{4581BE06-BA1B-D0DA-B4D2-DA1FA0078F60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" name="円/楕円 14">
                <a:extLst>
                  <a:ext uri="{FF2B5EF4-FFF2-40B4-BE49-F238E27FC236}">
                    <a16:creationId xmlns:a16="http://schemas.microsoft.com/office/drawing/2014/main" id="{25FA0376-5357-1925-E846-0C8DF11FE858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9A420F46-B2C1-CDB5-8618-C3F0A7373B66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C7F637D0-C1B3-B230-40F4-28E0FC9D99DF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F38CD63C-67C4-8F23-7EAF-26AB30879826}"/>
                  </a:ext>
                </a:extLst>
              </p:cNvPr>
              <p:cNvSpPr txBox="1"/>
              <p:nvPr/>
            </p:nvSpPr>
            <p:spPr>
              <a:xfrm>
                <a:off x="1136812" y="4943960"/>
                <a:ext cx="208139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96EE3A86-64E8-F48A-18AC-3461D8357316}"/>
                </a:ext>
              </a:extLst>
            </p:cNvPr>
            <p:cNvGrpSpPr/>
            <p:nvPr/>
          </p:nvGrpSpPr>
          <p:grpSpPr>
            <a:xfrm>
              <a:off x="2245436" y="5449480"/>
              <a:ext cx="2774196" cy="3006385"/>
              <a:chOff x="790413" y="2522350"/>
              <a:chExt cx="2774196" cy="3006385"/>
            </a:xfrm>
          </p:grpSpPr>
          <p:sp>
            <p:nvSpPr>
              <p:cNvPr id="22" name="三角形 21">
                <a:extLst>
                  <a:ext uri="{FF2B5EF4-FFF2-40B4-BE49-F238E27FC236}">
                    <a16:creationId xmlns:a16="http://schemas.microsoft.com/office/drawing/2014/main" id="{92273071-5427-591A-5469-74DAF2B71FFE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円/楕円 22">
                <a:extLst>
                  <a:ext uri="{FF2B5EF4-FFF2-40B4-BE49-F238E27FC236}">
                    <a16:creationId xmlns:a16="http://schemas.microsoft.com/office/drawing/2014/main" id="{D9B168C9-3980-83D9-4173-3E7CACF154F3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4" name="円/楕円 23">
                <a:extLst>
                  <a:ext uri="{FF2B5EF4-FFF2-40B4-BE49-F238E27FC236}">
                    <a16:creationId xmlns:a16="http://schemas.microsoft.com/office/drawing/2014/main" id="{0F7B4B6D-E771-FAE3-9C01-7CE84D649394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08086261-372F-4EEE-2452-8531904E25E0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BAD4A64B-992A-BB04-FC14-B6E83E955088}"/>
                  </a:ext>
                </a:extLst>
              </p:cNvPr>
              <p:cNvSpPr txBox="1"/>
              <p:nvPr/>
            </p:nvSpPr>
            <p:spPr>
              <a:xfrm>
                <a:off x="1136812" y="4943960"/>
                <a:ext cx="208139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96888A0-07EE-9A21-BECD-71D2E7F8B392}"/>
                </a:ext>
              </a:extLst>
            </p:cNvPr>
            <p:cNvGrpSpPr/>
            <p:nvPr/>
          </p:nvGrpSpPr>
          <p:grpSpPr>
            <a:xfrm>
              <a:off x="7781968" y="5437816"/>
              <a:ext cx="2774196" cy="3018049"/>
              <a:chOff x="790413" y="2522350"/>
              <a:chExt cx="2774196" cy="3018049"/>
            </a:xfrm>
          </p:grpSpPr>
          <p:sp>
            <p:nvSpPr>
              <p:cNvPr id="28" name="三角形 27">
                <a:extLst>
                  <a:ext uri="{FF2B5EF4-FFF2-40B4-BE49-F238E27FC236}">
                    <a16:creationId xmlns:a16="http://schemas.microsoft.com/office/drawing/2014/main" id="{8C1BE2F5-D621-F855-98D7-430D2FA7742A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円/楕円 28">
                <a:extLst>
                  <a:ext uri="{FF2B5EF4-FFF2-40B4-BE49-F238E27FC236}">
                    <a16:creationId xmlns:a16="http://schemas.microsoft.com/office/drawing/2014/main" id="{6B8D3128-4FF5-7749-3382-A669E04FC76F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0" name="円/楕円 29">
                <a:extLst>
                  <a:ext uri="{FF2B5EF4-FFF2-40B4-BE49-F238E27FC236}">
                    <a16:creationId xmlns:a16="http://schemas.microsoft.com/office/drawing/2014/main" id="{B50D5708-E2FB-153B-7466-E57ED57CE1AF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1" name="円/楕円 30">
                <a:extLst>
                  <a:ext uri="{FF2B5EF4-FFF2-40B4-BE49-F238E27FC236}">
                    <a16:creationId xmlns:a16="http://schemas.microsoft.com/office/drawing/2014/main" id="{8782C489-C147-04B9-40D3-16838A1F5315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9ECEC042-3289-4801-33D9-2DB0B1D712BD}"/>
                  </a:ext>
                </a:extLst>
              </p:cNvPr>
              <p:cNvSpPr txBox="1"/>
              <p:nvPr/>
            </p:nvSpPr>
            <p:spPr>
              <a:xfrm>
                <a:off x="1033326" y="4955624"/>
                <a:ext cx="228836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19EA6FE8-818B-EEE6-6CF6-47B5643EB5A0}"/>
                </a:ext>
              </a:extLst>
            </p:cNvPr>
            <p:cNvGrpSpPr/>
            <p:nvPr/>
          </p:nvGrpSpPr>
          <p:grpSpPr>
            <a:xfrm>
              <a:off x="9236991" y="2522350"/>
              <a:ext cx="2774196" cy="3018049"/>
              <a:chOff x="790413" y="2522350"/>
              <a:chExt cx="2774196" cy="3018049"/>
            </a:xfrm>
          </p:grpSpPr>
          <p:sp>
            <p:nvSpPr>
              <p:cNvPr id="34" name="三角形 33">
                <a:extLst>
                  <a:ext uri="{FF2B5EF4-FFF2-40B4-BE49-F238E27FC236}">
                    <a16:creationId xmlns:a16="http://schemas.microsoft.com/office/drawing/2014/main" id="{2D1F9528-C60D-F62C-0946-18844D00D6DE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円/楕円 34">
                <a:extLst>
                  <a:ext uri="{FF2B5EF4-FFF2-40B4-BE49-F238E27FC236}">
                    <a16:creationId xmlns:a16="http://schemas.microsoft.com/office/drawing/2014/main" id="{70A284DC-12BB-9746-72F0-1DBB72C7B97E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6" name="円/楕円 35">
                <a:extLst>
                  <a:ext uri="{FF2B5EF4-FFF2-40B4-BE49-F238E27FC236}">
                    <a16:creationId xmlns:a16="http://schemas.microsoft.com/office/drawing/2014/main" id="{157A1591-F809-DDDA-9730-4A2CF0D76DED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7" name="円/楕円 36">
                <a:extLst>
                  <a:ext uri="{FF2B5EF4-FFF2-40B4-BE49-F238E27FC236}">
                    <a16:creationId xmlns:a16="http://schemas.microsoft.com/office/drawing/2014/main" id="{6D6C271C-F0AD-CAB6-4932-AAC0C9E265E8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6B307519-1446-C959-28AD-BCDE98AEFA12}"/>
                  </a:ext>
                </a:extLst>
              </p:cNvPr>
              <p:cNvSpPr txBox="1"/>
              <p:nvPr/>
            </p:nvSpPr>
            <p:spPr>
              <a:xfrm>
                <a:off x="1033326" y="4955624"/>
                <a:ext cx="228836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F4510149-27CF-0560-C8E7-D42022986622}"/>
                </a:ext>
              </a:extLst>
            </p:cNvPr>
            <p:cNvCxnSpPr>
              <a:cxnSpLocks/>
              <a:stCxn id="14" idx="0"/>
              <a:endCxn id="10" idx="2"/>
            </p:cNvCxnSpPr>
            <p:nvPr/>
          </p:nvCxnSpPr>
          <p:spPr>
            <a:xfrm flipV="1">
              <a:off x="2177511" y="1219200"/>
              <a:ext cx="4223289" cy="130315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DD4DD2B8-9560-2B50-BE29-95D927A6282C}"/>
                </a:ext>
              </a:extLst>
            </p:cNvPr>
            <p:cNvCxnSpPr>
              <a:cxnSpLocks/>
              <a:stCxn id="22" idx="0"/>
              <a:endCxn id="10" idx="2"/>
            </p:cNvCxnSpPr>
            <p:nvPr/>
          </p:nvCxnSpPr>
          <p:spPr>
            <a:xfrm flipV="1">
              <a:off x="3632534" y="1219200"/>
              <a:ext cx="2768266" cy="423028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EF9AC690-144C-0106-CC1C-1B8E7CCCBBD3}"/>
                </a:ext>
              </a:extLst>
            </p:cNvPr>
            <p:cNvCxnSpPr>
              <a:cxnSpLocks/>
              <a:stCxn id="28" idx="0"/>
              <a:endCxn id="10" idx="2"/>
            </p:cNvCxnSpPr>
            <p:nvPr/>
          </p:nvCxnSpPr>
          <p:spPr>
            <a:xfrm flipH="1" flipV="1">
              <a:off x="6400800" y="1219200"/>
              <a:ext cx="2768266" cy="4218616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>
              <a:extLst>
                <a:ext uri="{FF2B5EF4-FFF2-40B4-BE49-F238E27FC236}">
                  <a16:creationId xmlns:a16="http://schemas.microsoft.com/office/drawing/2014/main" id="{3B251AB8-B8DD-C99A-2FF2-13C08E2ACDA9}"/>
                </a:ext>
              </a:extLst>
            </p:cNvPr>
            <p:cNvCxnSpPr>
              <a:cxnSpLocks/>
              <a:stCxn id="34" idx="0"/>
              <a:endCxn id="10" idx="2"/>
            </p:cNvCxnSpPr>
            <p:nvPr/>
          </p:nvCxnSpPr>
          <p:spPr>
            <a:xfrm flipH="1" flipV="1">
              <a:off x="6400800" y="1219200"/>
              <a:ext cx="4223289" cy="130315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矢印コネクタ 61">
              <a:extLst>
                <a:ext uri="{FF2B5EF4-FFF2-40B4-BE49-F238E27FC236}">
                  <a16:creationId xmlns:a16="http://schemas.microsoft.com/office/drawing/2014/main" id="{CDDD4E37-8783-C4D1-E2F2-9EBF0B54FD16}"/>
                </a:ext>
              </a:extLst>
            </p:cNvPr>
            <p:cNvCxnSpPr>
              <a:cxnSpLocks/>
              <a:stCxn id="28" idx="1"/>
              <a:endCxn id="22" idx="5"/>
            </p:cNvCxnSpPr>
            <p:nvPr/>
          </p:nvCxnSpPr>
          <p:spPr>
            <a:xfrm flipH="1">
              <a:off x="4326083" y="6648621"/>
              <a:ext cx="4149434" cy="11664"/>
            </a:xfrm>
            <a:prstGeom prst="straightConnector1">
              <a:avLst/>
            </a:prstGeom>
            <a:ln w="63500" cap="sq" cmpd="dbl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39A300DE-16E7-A5A9-B18E-39140C6F548C}"/>
                </a:ext>
              </a:extLst>
            </p:cNvPr>
            <p:cNvCxnSpPr>
              <a:cxnSpLocks/>
              <a:stCxn id="34" idx="1"/>
              <a:endCxn id="14" idx="5"/>
            </p:cNvCxnSpPr>
            <p:nvPr/>
          </p:nvCxnSpPr>
          <p:spPr>
            <a:xfrm flipH="1">
              <a:off x="2871060" y="3733155"/>
              <a:ext cx="7059480" cy="0"/>
            </a:xfrm>
            <a:prstGeom prst="straightConnector1">
              <a:avLst/>
            </a:prstGeom>
            <a:ln w="63500" cap="sq" cmpd="dbl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DA212AA4-0F75-CCDE-21C4-80852F5C45D1}"/>
                </a:ext>
              </a:extLst>
            </p:cNvPr>
            <p:cNvSpPr txBox="1"/>
            <p:nvPr/>
          </p:nvSpPr>
          <p:spPr>
            <a:xfrm>
              <a:off x="8247696" y="1409110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働きかけ</a:t>
              </a:r>
            </a:p>
          </p:txBody>
        </p:sp>
        <p:sp>
          <p:nvSpPr>
            <p:cNvPr id="72" name="テキスト ボックス 71">
              <a:extLst>
                <a:ext uri="{FF2B5EF4-FFF2-40B4-BE49-F238E27FC236}">
                  <a16:creationId xmlns:a16="http://schemas.microsoft.com/office/drawing/2014/main" id="{EE775F73-48AF-D561-0BDC-0FFB2F28BC69}"/>
                </a:ext>
              </a:extLst>
            </p:cNvPr>
            <p:cNvSpPr txBox="1"/>
            <p:nvPr/>
          </p:nvSpPr>
          <p:spPr>
            <a:xfrm>
              <a:off x="5692913" y="3871061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</a:p>
          </p:txBody>
        </p:sp>
        <p:sp>
          <p:nvSpPr>
            <p:cNvPr id="73" name="テキスト ボックス 72">
              <a:extLst>
                <a:ext uri="{FF2B5EF4-FFF2-40B4-BE49-F238E27FC236}">
                  <a16:creationId xmlns:a16="http://schemas.microsoft.com/office/drawing/2014/main" id="{D00B7ABE-612F-FF98-00AB-BBCD6EB6C86E}"/>
                </a:ext>
              </a:extLst>
            </p:cNvPr>
            <p:cNvSpPr txBox="1"/>
            <p:nvPr/>
          </p:nvSpPr>
          <p:spPr>
            <a:xfrm>
              <a:off x="5692913" y="6798190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12602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グループ化 83">
            <a:extLst>
              <a:ext uri="{FF2B5EF4-FFF2-40B4-BE49-F238E27FC236}">
                <a16:creationId xmlns:a16="http://schemas.microsoft.com/office/drawing/2014/main" id="{EEFF685C-DBCB-4E87-CD92-21D93E29F6AC}"/>
              </a:ext>
            </a:extLst>
          </p:cNvPr>
          <p:cNvGrpSpPr/>
          <p:nvPr/>
        </p:nvGrpSpPr>
        <p:grpSpPr>
          <a:xfrm>
            <a:off x="230657" y="508900"/>
            <a:ext cx="12340286" cy="7973190"/>
            <a:chOff x="229980" y="241614"/>
            <a:chExt cx="12340286" cy="7973190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02F5795D-0BF8-3A32-511E-F653846F61DD}"/>
                </a:ext>
              </a:extLst>
            </p:cNvPr>
            <p:cNvSpPr/>
            <p:nvPr/>
          </p:nvSpPr>
          <p:spPr>
            <a:xfrm>
              <a:off x="5262001" y="241614"/>
              <a:ext cx="2277597" cy="83690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政府</a:t>
              </a:r>
              <a:endParaRPr kumimoji="1" lang="ja-JP" altLang="en-US" sz="3000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64A915C2-413A-0C14-BD6A-AC5D03220E02}"/>
                </a:ext>
              </a:extLst>
            </p:cNvPr>
            <p:cNvGrpSpPr/>
            <p:nvPr/>
          </p:nvGrpSpPr>
          <p:grpSpPr>
            <a:xfrm>
              <a:off x="229980" y="6125122"/>
              <a:ext cx="1840245" cy="2089682"/>
              <a:chOff x="579398" y="5504701"/>
              <a:chExt cx="2774196" cy="2995075"/>
            </a:xfrm>
          </p:grpSpPr>
          <p:sp>
            <p:nvSpPr>
              <p:cNvPr id="4" name="三角形 3">
                <a:extLst>
                  <a:ext uri="{FF2B5EF4-FFF2-40B4-BE49-F238E27FC236}">
                    <a16:creationId xmlns:a16="http://schemas.microsoft.com/office/drawing/2014/main" id="{3E4D3F3A-5683-24F3-14E2-63A0B116513B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円/楕円 4">
                <a:extLst>
                  <a:ext uri="{FF2B5EF4-FFF2-40B4-BE49-F238E27FC236}">
                    <a16:creationId xmlns:a16="http://schemas.microsoft.com/office/drawing/2014/main" id="{522234F1-1001-207B-43A9-B187851D9CAE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6" name="円/楕円 5">
                <a:extLst>
                  <a:ext uri="{FF2B5EF4-FFF2-40B4-BE49-F238E27FC236}">
                    <a16:creationId xmlns:a16="http://schemas.microsoft.com/office/drawing/2014/main" id="{E697A7F3-D216-0366-AE9B-B92B2F609C97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7" name="円/楕円 6">
                <a:extLst>
                  <a:ext uri="{FF2B5EF4-FFF2-40B4-BE49-F238E27FC236}">
                    <a16:creationId xmlns:a16="http://schemas.microsoft.com/office/drawing/2014/main" id="{BB62F5A2-E2C8-AC27-4232-C323CD4F11AA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B8F61F6-F738-B584-8FC7-6FCB79C73786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BD7868CC-70B3-811A-4503-16919437EFEB}"/>
                </a:ext>
              </a:extLst>
            </p:cNvPr>
            <p:cNvGrpSpPr/>
            <p:nvPr/>
          </p:nvGrpSpPr>
          <p:grpSpPr>
            <a:xfrm>
              <a:off x="2260008" y="6123680"/>
              <a:ext cx="1840245" cy="2089682"/>
              <a:chOff x="579398" y="5504701"/>
              <a:chExt cx="2774196" cy="2995075"/>
            </a:xfrm>
          </p:grpSpPr>
          <p:sp>
            <p:nvSpPr>
              <p:cNvPr id="23" name="三角形 22">
                <a:extLst>
                  <a:ext uri="{FF2B5EF4-FFF2-40B4-BE49-F238E27FC236}">
                    <a16:creationId xmlns:a16="http://schemas.microsoft.com/office/drawing/2014/main" id="{63D1F1AE-600D-5BAA-BCC4-0E4282EF4938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円/楕円 23">
                <a:extLst>
                  <a:ext uri="{FF2B5EF4-FFF2-40B4-BE49-F238E27FC236}">
                    <a16:creationId xmlns:a16="http://schemas.microsoft.com/office/drawing/2014/main" id="{B682C1E8-7FE9-6820-B3DB-354D075494BF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3688B88D-1B0B-1FFF-D7E2-656590535C46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6" name="円/楕円 25">
                <a:extLst>
                  <a:ext uri="{FF2B5EF4-FFF2-40B4-BE49-F238E27FC236}">
                    <a16:creationId xmlns:a16="http://schemas.microsoft.com/office/drawing/2014/main" id="{3FCE392C-998D-8B6C-7745-376A9A7487FB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66CF2D3E-8BD2-1B39-5A3C-40CE72ADE693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7E8CEA0C-5994-31FB-15BD-087F55BEAC23}"/>
                </a:ext>
              </a:extLst>
            </p:cNvPr>
            <p:cNvGrpSpPr/>
            <p:nvPr/>
          </p:nvGrpSpPr>
          <p:grpSpPr>
            <a:xfrm>
              <a:off x="4290036" y="6123680"/>
              <a:ext cx="1840245" cy="2089682"/>
              <a:chOff x="579398" y="5504701"/>
              <a:chExt cx="2774196" cy="2995075"/>
            </a:xfrm>
          </p:grpSpPr>
          <p:sp>
            <p:nvSpPr>
              <p:cNvPr id="29" name="三角形 28">
                <a:extLst>
                  <a:ext uri="{FF2B5EF4-FFF2-40B4-BE49-F238E27FC236}">
                    <a16:creationId xmlns:a16="http://schemas.microsoft.com/office/drawing/2014/main" id="{A4A2A32C-4D7A-2913-27CB-5843DFD1C1CF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円/楕円 29">
                <a:extLst>
                  <a:ext uri="{FF2B5EF4-FFF2-40B4-BE49-F238E27FC236}">
                    <a16:creationId xmlns:a16="http://schemas.microsoft.com/office/drawing/2014/main" id="{5615956A-1D6F-EAA0-4E17-5F0A73A4BE4D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1" name="円/楕円 30">
                <a:extLst>
                  <a:ext uri="{FF2B5EF4-FFF2-40B4-BE49-F238E27FC236}">
                    <a16:creationId xmlns:a16="http://schemas.microsoft.com/office/drawing/2014/main" id="{A0C3599C-CBD3-F3F6-D447-81204880F36E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2" name="円/楕円 31">
                <a:extLst>
                  <a:ext uri="{FF2B5EF4-FFF2-40B4-BE49-F238E27FC236}">
                    <a16:creationId xmlns:a16="http://schemas.microsoft.com/office/drawing/2014/main" id="{75C14869-7E96-1CB2-6C23-404F0365ACCA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9E1B8CB7-C6B3-48C6-CB5D-F31E97C25A3A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E6FAE759-C9C6-05F0-11F3-6E9080C7D8F6}"/>
                </a:ext>
              </a:extLst>
            </p:cNvPr>
            <p:cNvSpPr/>
            <p:nvPr/>
          </p:nvSpPr>
          <p:spPr>
            <a:xfrm>
              <a:off x="1920167" y="2729133"/>
              <a:ext cx="2599651" cy="1273126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頂上団体</a:t>
              </a:r>
              <a:endParaRPr kumimoji="1" lang="ja-JP" altLang="en-US" sz="3000"/>
            </a:p>
          </p:txBody>
        </p:sp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A1293DB6-C347-5220-9E75-4DBDC594EEBD}"/>
                </a:ext>
              </a:extLst>
            </p:cNvPr>
            <p:cNvGrpSpPr/>
            <p:nvPr/>
          </p:nvGrpSpPr>
          <p:grpSpPr>
            <a:xfrm>
              <a:off x="6669965" y="6125122"/>
              <a:ext cx="1840245" cy="2088240"/>
              <a:chOff x="579398" y="5504701"/>
              <a:chExt cx="2774196" cy="2993008"/>
            </a:xfrm>
          </p:grpSpPr>
          <p:sp>
            <p:nvSpPr>
              <p:cNvPr id="38" name="三角形 37">
                <a:extLst>
                  <a:ext uri="{FF2B5EF4-FFF2-40B4-BE49-F238E27FC236}">
                    <a16:creationId xmlns:a16="http://schemas.microsoft.com/office/drawing/2014/main" id="{28A80CC9-D088-2F87-9F8D-1985989A09D3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9" name="円/楕円 38">
                <a:extLst>
                  <a:ext uri="{FF2B5EF4-FFF2-40B4-BE49-F238E27FC236}">
                    <a16:creationId xmlns:a16="http://schemas.microsoft.com/office/drawing/2014/main" id="{04D10A54-B404-DF67-E5A2-6504F6E32205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0" name="円/楕円 39">
                <a:extLst>
                  <a:ext uri="{FF2B5EF4-FFF2-40B4-BE49-F238E27FC236}">
                    <a16:creationId xmlns:a16="http://schemas.microsoft.com/office/drawing/2014/main" id="{2FF33F5E-1D9B-3D51-E934-2874899DFF04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1" name="円/楕円 40">
                <a:extLst>
                  <a:ext uri="{FF2B5EF4-FFF2-40B4-BE49-F238E27FC236}">
                    <a16:creationId xmlns:a16="http://schemas.microsoft.com/office/drawing/2014/main" id="{50355619-60A0-2823-9A49-A7A45FDC04DE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409F1D85-5108-854D-2373-2FFE64CA856D}"/>
                  </a:ext>
                </a:extLst>
              </p:cNvPr>
              <p:cNvSpPr txBox="1"/>
              <p:nvPr/>
            </p:nvSpPr>
            <p:spPr>
              <a:xfrm>
                <a:off x="835255" y="7924244"/>
                <a:ext cx="2262481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BE77B804-5E76-6F04-B508-C9AFD2D37147}"/>
                </a:ext>
              </a:extLst>
            </p:cNvPr>
            <p:cNvGrpSpPr/>
            <p:nvPr/>
          </p:nvGrpSpPr>
          <p:grpSpPr>
            <a:xfrm>
              <a:off x="8699993" y="6123680"/>
              <a:ext cx="1840245" cy="1689572"/>
              <a:chOff x="579398" y="5504701"/>
              <a:chExt cx="2774196" cy="2421610"/>
            </a:xfrm>
          </p:grpSpPr>
          <p:sp>
            <p:nvSpPr>
              <p:cNvPr id="44" name="三角形 43">
                <a:extLst>
                  <a:ext uri="{FF2B5EF4-FFF2-40B4-BE49-F238E27FC236}">
                    <a16:creationId xmlns:a16="http://schemas.microsoft.com/office/drawing/2014/main" id="{22AC3AB6-5294-D115-B494-1557F59461EA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円/楕円 44">
                <a:extLst>
                  <a:ext uri="{FF2B5EF4-FFF2-40B4-BE49-F238E27FC236}">
                    <a16:creationId xmlns:a16="http://schemas.microsoft.com/office/drawing/2014/main" id="{04CBDD59-63E0-2C22-754E-1AD9F64C6238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6" name="円/楕円 45">
                <a:extLst>
                  <a:ext uri="{FF2B5EF4-FFF2-40B4-BE49-F238E27FC236}">
                    <a16:creationId xmlns:a16="http://schemas.microsoft.com/office/drawing/2014/main" id="{337820BD-3E14-AA73-ECB4-A075B6608C95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7" name="円/楕円 46">
                <a:extLst>
                  <a:ext uri="{FF2B5EF4-FFF2-40B4-BE49-F238E27FC236}">
                    <a16:creationId xmlns:a16="http://schemas.microsoft.com/office/drawing/2014/main" id="{F5497501-E0EE-9F0F-9B0B-0BD5D21B6675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03809EC9-7C50-5C47-B46A-DDA26D0A7258}"/>
                </a:ext>
              </a:extLst>
            </p:cNvPr>
            <p:cNvGrpSpPr/>
            <p:nvPr/>
          </p:nvGrpSpPr>
          <p:grpSpPr>
            <a:xfrm>
              <a:off x="10730021" y="6123680"/>
              <a:ext cx="1840245" cy="1689572"/>
              <a:chOff x="579398" y="5504701"/>
              <a:chExt cx="2774196" cy="2421610"/>
            </a:xfrm>
          </p:grpSpPr>
          <p:sp>
            <p:nvSpPr>
              <p:cNvPr id="50" name="三角形 49">
                <a:extLst>
                  <a:ext uri="{FF2B5EF4-FFF2-40B4-BE49-F238E27FC236}">
                    <a16:creationId xmlns:a16="http://schemas.microsoft.com/office/drawing/2014/main" id="{4107C7D7-9258-1223-B0FC-779512FD8BFF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円/楕円 50">
                <a:extLst>
                  <a:ext uri="{FF2B5EF4-FFF2-40B4-BE49-F238E27FC236}">
                    <a16:creationId xmlns:a16="http://schemas.microsoft.com/office/drawing/2014/main" id="{BC547F53-6B55-08C1-3D8E-AC7BE66CE6B8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52" name="円/楕円 51">
                <a:extLst>
                  <a:ext uri="{FF2B5EF4-FFF2-40B4-BE49-F238E27FC236}">
                    <a16:creationId xmlns:a16="http://schemas.microsoft.com/office/drawing/2014/main" id="{2ED1EFB9-401F-C4E8-FA4E-9D3A6A684A5F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53" name="円/楕円 52">
                <a:extLst>
                  <a:ext uri="{FF2B5EF4-FFF2-40B4-BE49-F238E27FC236}">
                    <a16:creationId xmlns:a16="http://schemas.microsoft.com/office/drawing/2014/main" id="{DCC7C095-8795-FB85-5B00-E0A579ED2E0D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</p:grpSp>
        <p:sp>
          <p:nvSpPr>
            <p:cNvPr id="55" name="角丸四角形 54">
              <a:extLst>
                <a:ext uri="{FF2B5EF4-FFF2-40B4-BE49-F238E27FC236}">
                  <a16:creationId xmlns:a16="http://schemas.microsoft.com/office/drawing/2014/main" id="{F482FFE0-672E-F5E1-A1B1-9818A56A1F66}"/>
                </a:ext>
              </a:extLst>
            </p:cNvPr>
            <p:cNvSpPr/>
            <p:nvPr/>
          </p:nvSpPr>
          <p:spPr>
            <a:xfrm>
              <a:off x="8360152" y="2729133"/>
              <a:ext cx="2599651" cy="1273126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頂上団体</a:t>
              </a:r>
              <a:endParaRPr kumimoji="1" lang="ja-JP" altLang="en-US" sz="3000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520D47E-E71B-F675-B830-82886B0E774E}"/>
                </a:ext>
              </a:extLst>
            </p:cNvPr>
            <p:cNvSpPr txBox="1"/>
            <p:nvPr/>
          </p:nvSpPr>
          <p:spPr>
            <a:xfrm>
              <a:off x="8869714" y="7813252"/>
              <a:ext cx="15008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使用者団体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556A6724-2D6D-892C-2BDE-A79226F947DF}"/>
                </a:ext>
              </a:extLst>
            </p:cNvPr>
            <p:cNvSpPr txBox="1"/>
            <p:nvPr/>
          </p:nvSpPr>
          <p:spPr>
            <a:xfrm>
              <a:off x="10899742" y="7813252"/>
              <a:ext cx="15008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使用者団体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5CD41FE-974D-0335-2D83-E7BD405E0090}"/>
                </a:ext>
              </a:extLst>
            </p:cNvPr>
            <p:cNvCxnSpPr>
              <a:stCxn id="34" idx="2"/>
              <a:endCxn id="4" idx="0"/>
            </p:cNvCxnSpPr>
            <p:nvPr/>
          </p:nvCxnSpPr>
          <p:spPr>
            <a:xfrm flipH="1">
              <a:off x="1150103" y="4002259"/>
              <a:ext cx="2069890" cy="2122863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0B0307D1-DF78-69EB-6AAE-0C37057BD99F}"/>
                </a:ext>
              </a:extLst>
            </p:cNvPr>
            <p:cNvCxnSpPr>
              <a:cxnSpLocks/>
              <a:stCxn id="34" idx="2"/>
              <a:endCxn id="23" idx="0"/>
            </p:cNvCxnSpPr>
            <p:nvPr/>
          </p:nvCxnSpPr>
          <p:spPr>
            <a:xfrm flipH="1">
              <a:off x="3180131" y="4002259"/>
              <a:ext cx="39862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5F781E67-518F-8313-0823-DB624DB61655}"/>
                </a:ext>
              </a:extLst>
            </p:cNvPr>
            <p:cNvCxnSpPr>
              <a:cxnSpLocks/>
              <a:stCxn id="34" idx="2"/>
              <a:endCxn id="29" idx="0"/>
            </p:cNvCxnSpPr>
            <p:nvPr/>
          </p:nvCxnSpPr>
          <p:spPr>
            <a:xfrm>
              <a:off x="3219993" y="4002259"/>
              <a:ext cx="1990166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12726559-62A0-8F26-52CF-9A11A07A80FA}"/>
                </a:ext>
              </a:extLst>
            </p:cNvPr>
            <p:cNvCxnSpPr>
              <a:cxnSpLocks/>
              <a:stCxn id="55" idx="2"/>
              <a:endCxn id="38" idx="0"/>
            </p:cNvCxnSpPr>
            <p:nvPr/>
          </p:nvCxnSpPr>
          <p:spPr>
            <a:xfrm flipH="1">
              <a:off x="7590088" y="4002259"/>
              <a:ext cx="2069890" cy="2122863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矢印コネクタ 66">
              <a:extLst>
                <a:ext uri="{FF2B5EF4-FFF2-40B4-BE49-F238E27FC236}">
                  <a16:creationId xmlns:a16="http://schemas.microsoft.com/office/drawing/2014/main" id="{AE7BFCC1-1847-E40E-A9F3-62DF899AD1B3}"/>
                </a:ext>
              </a:extLst>
            </p:cNvPr>
            <p:cNvCxnSpPr>
              <a:cxnSpLocks/>
              <a:stCxn id="55" idx="2"/>
              <a:endCxn id="44" idx="0"/>
            </p:cNvCxnSpPr>
            <p:nvPr/>
          </p:nvCxnSpPr>
          <p:spPr>
            <a:xfrm flipH="1">
              <a:off x="9620116" y="4002259"/>
              <a:ext cx="39862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矢印コネクタ 67">
              <a:extLst>
                <a:ext uri="{FF2B5EF4-FFF2-40B4-BE49-F238E27FC236}">
                  <a16:creationId xmlns:a16="http://schemas.microsoft.com/office/drawing/2014/main" id="{E794A5E9-2B89-9A02-EA83-65C3A9AD4B18}"/>
                </a:ext>
              </a:extLst>
            </p:cNvPr>
            <p:cNvCxnSpPr>
              <a:cxnSpLocks/>
              <a:stCxn id="55" idx="2"/>
            </p:cNvCxnSpPr>
            <p:nvPr/>
          </p:nvCxnSpPr>
          <p:spPr>
            <a:xfrm>
              <a:off x="9659978" y="4002259"/>
              <a:ext cx="1991519" cy="2121420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a16:creationId xmlns:a16="http://schemas.microsoft.com/office/drawing/2014/main" id="{E41A9B02-3713-5D91-3C41-ACC19C28B2FF}"/>
                </a:ext>
              </a:extLst>
            </p:cNvPr>
            <p:cNvCxnSpPr>
              <a:cxnSpLocks/>
              <a:stCxn id="55" idx="1"/>
              <a:endCxn id="34" idx="3"/>
            </p:cNvCxnSpPr>
            <p:nvPr/>
          </p:nvCxnSpPr>
          <p:spPr>
            <a:xfrm flipH="1">
              <a:off x="4519818" y="3365696"/>
              <a:ext cx="3840334" cy="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線矢印コネクタ 76">
              <a:extLst>
                <a:ext uri="{FF2B5EF4-FFF2-40B4-BE49-F238E27FC236}">
                  <a16:creationId xmlns:a16="http://schemas.microsoft.com/office/drawing/2014/main" id="{33A107A3-FD3F-2AAA-6ADE-C074E99B5D72}"/>
                </a:ext>
              </a:extLst>
            </p:cNvPr>
            <p:cNvCxnSpPr>
              <a:cxnSpLocks/>
              <a:stCxn id="55" idx="1"/>
              <a:endCxn id="2" idx="2"/>
            </p:cNvCxnSpPr>
            <p:nvPr/>
          </p:nvCxnSpPr>
          <p:spPr>
            <a:xfrm flipH="1" flipV="1">
              <a:off x="6400800" y="1078523"/>
              <a:ext cx="1959352" cy="2287173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10C09DCB-9675-825F-7CDA-3231AB9CDAD9}"/>
                </a:ext>
              </a:extLst>
            </p:cNvPr>
            <p:cNvCxnSpPr>
              <a:cxnSpLocks/>
              <a:stCxn id="34" idx="3"/>
              <a:endCxn id="2" idx="2"/>
            </p:cNvCxnSpPr>
            <p:nvPr/>
          </p:nvCxnSpPr>
          <p:spPr>
            <a:xfrm flipV="1">
              <a:off x="4519818" y="1078523"/>
              <a:ext cx="1880982" cy="2287173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9F367425-808C-944F-3AA5-76BD21D005C5}"/>
                </a:ext>
              </a:extLst>
            </p:cNvPr>
            <p:cNvSpPr txBox="1"/>
            <p:nvPr/>
          </p:nvSpPr>
          <p:spPr>
            <a:xfrm>
              <a:off x="5667095" y="2119201"/>
              <a:ext cx="1415772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  <a:endParaRPr kumimoji="1" lang="en-US" altLang="ja-JP" sz="24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利益代表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0232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63FB9D4-2A1C-37F0-EE62-E70545AB99F7}"/>
              </a:ext>
            </a:extLst>
          </p:cNvPr>
          <p:cNvGrpSpPr/>
          <p:nvPr/>
        </p:nvGrpSpPr>
        <p:grpSpPr>
          <a:xfrm>
            <a:off x="516784" y="872373"/>
            <a:ext cx="11778380" cy="7409274"/>
            <a:chOff x="516784" y="872373"/>
            <a:chExt cx="11778380" cy="7409274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8F1BEF57-F709-F27E-9A8C-CB55F58A0A24}"/>
                </a:ext>
              </a:extLst>
            </p:cNvPr>
            <p:cNvCxnSpPr>
              <a:cxnSpLocks/>
            </p:cNvCxnSpPr>
            <p:nvPr/>
          </p:nvCxnSpPr>
          <p:spPr>
            <a:xfrm>
              <a:off x="1193892" y="7696872"/>
              <a:ext cx="1110127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22CACA83-403E-B402-098A-26821FD1D1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3892" y="973015"/>
              <a:ext cx="0" cy="6723857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フリーフォーム 6">
              <a:extLst>
                <a:ext uri="{FF2B5EF4-FFF2-40B4-BE49-F238E27FC236}">
                  <a16:creationId xmlns:a16="http://schemas.microsoft.com/office/drawing/2014/main" id="{E2C2C75F-5871-7E08-EF54-861834D1AF29}"/>
                </a:ext>
              </a:extLst>
            </p:cNvPr>
            <p:cNvSpPr/>
            <p:nvPr/>
          </p:nvSpPr>
          <p:spPr>
            <a:xfrm>
              <a:off x="1757531" y="1486238"/>
              <a:ext cx="9973994" cy="5697412"/>
            </a:xfrm>
            <a:custGeom>
              <a:avLst/>
              <a:gdLst>
                <a:gd name="csX0" fmla="*/ 0 w 9973994"/>
                <a:gd name="csY0" fmla="*/ 5036235 h 5050303"/>
                <a:gd name="csX1" fmla="*/ 4965896 w 9973994"/>
                <a:gd name="csY1" fmla="*/ 1 h 5050303"/>
                <a:gd name="csX2" fmla="*/ 9973994 w 9973994"/>
                <a:gd name="csY2" fmla="*/ 5050303 h 50503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973994" h="5050303">
                  <a:moveTo>
                    <a:pt x="0" y="5036235"/>
                  </a:moveTo>
                  <a:cubicBezTo>
                    <a:pt x="1651782" y="2516945"/>
                    <a:pt x="3303564" y="-2344"/>
                    <a:pt x="4965896" y="1"/>
                  </a:cubicBezTo>
                  <a:cubicBezTo>
                    <a:pt x="6628228" y="2346"/>
                    <a:pt x="8301111" y="2526324"/>
                    <a:pt x="9973994" y="505030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4A9A9CC8-98DA-14AE-7B9B-E1018BD16B46}"/>
                </a:ext>
              </a:extLst>
            </p:cNvPr>
            <p:cNvSpPr txBox="1"/>
            <p:nvPr/>
          </p:nvSpPr>
          <p:spPr>
            <a:xfrm>
              <a:off x="8236894" y="7696872"/>
              <a:ext cx="4058270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コーポラティズム度</a:t>
              </a: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F89D8454-4524-1FE3-FA57-29E5B7A8A228}"/>
                </a:ext>
              </a:extLst>
            </p:cNvPr>
            <p:cNvSpPr txBox="1"/>
            <p:nvPr/>
          </p:nvSpPr>
          <p:spPr>
            <a:xfrm>
              <a:off x="516784" y="872373"/>
              <a:ext cx="677108" cy="4365922"/>
            </a:xfrm>
            <a:prstGeom prst="rect">
              <a:avLst/>
            </a:prstGeom>
            <a:noFill/>
          </p:spPr>
          <p:txBody>
            <a:bodyPr vert="eaVert"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インフレ率・失業率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5956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06F9372-8F2C-650B-8F2B-B6EF869361D5}"/>
              </a:ext>
            </a:extLst>
          </p:cNvPr>
          <p:cNvGrpSpPr/>
          <p:nvPr/>
        </p:nvGrpSpPr>
        <p:grpSpPr>
          <a:xfrm>
            <a:off x="144650" y="1858505"/>
            <a:ext cx="12532963" cy="5884190"/>
            <a:chOff x="144650" y="1858505"/>
            <a:chExt cx="12532963" cy="5884190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67AD7085-D95F-F6C2-CD03-C0AD464B2921}"/>
                </a:ext>
              </a:extLst>
            </p:cNvPr>
            <p:cNvSpPr/>
            <p:nvPr/>
          </p:nvSpPr>
          <p:spPr>
            <a:xfrm>
              <a:off x="144650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課題設定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5CDC2010-87EA-B262-21E1-8073E6462573}"/>
                </a:ext>
              </a:extLst>
            </p:cNvPr>
            <p:cNvSpPr/>
            <p:nvPr/>
          </p:nvSpPr>
          <p:spPr>
            <a:xfrm>
              <a:off x="3469037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政策形成・決定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64B5114C-8E98-6EB1-AB71-A9223CCC7D17}"/>
                </a:ext>
              </a:extLst>
            </p:cNvPr>
            <p:cNvSpPr/>
            <p:nvPr/>
          </p:nvSpPr>
          <p:spPr>
            <a:xfrm>
              <a:off x="6793423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政策実施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538CADCE-06DB-8EFD-A363-4C60238B462D}"/>
                </a:ext>
              </a:extLst>
            </p:cNvPr>
            <p:cNvSpPr/>
            <p:nvPr/>
          </p:nvSpPr>
          <p:spPr>
            <a:xfrm>
              <a:off x="10117810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政策評価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BDBB2050-C8BD-2D9D-3CC7-9BA5C6A912AA}"/>
                </a:ext>
              </a:extLst>
            </p:cNvPr>
            <p:cNvSpPr/>
            <p:nvPr/>
          </p:nvSpPr>
          <p:spPr>
            <a:xfrm>
              <a:off x="10117809" y="6409841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政策終了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7C6AEFCC-B0FB-8850-9ED7-BD4508B15CBF}"/>
                </a:ext>
              </a:extLst>
            </p:cNvPr>
            <p:cNvSpPr/>
            <p:nvPr/>
          </p:nvSpPr>
          <p:spPr>
            <a:xfrm>
              <a:off x="2862019" y="4199395"/>
              <a:ext cx="449451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右矢印 9">
              <a:extLst>
                <a:ext uri="{FF2B5EF4-FFF2-40B4-BE49-F238E27FC236}">
                  <a16:creationId xmlns:a16="http://schemas.microsoft.com/office/drawing/2014/main" id="{740BC033-D8BE-03EE-97DE-820701ACCE19}"/>
                </a:ext>
              </a:extLst>
            </p:cNvPr>
            <p:cNvSpPr/>
            <p:nvPr/>
          </p:nvSpPr>
          <p:spPr>
            <a:xfrm>
              <a:off x="6176074" y="4229746"/>
              <a:ext cx="449451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右矢印 10">
              <a:extLst>
                <a:ext uri="{FF2B5EF4-FFF2-40B4-BE49-F238E27FC236}">
                  <a16:creationId xmlns:a16="http://schemas.microsoft.com/office/drawing/2014/main" id="{9F078CE1-D7FF-6161-F9D4-6B6DE23551DA}"/>
                </a:ext>
              </a:extLst>
            </p:cNvPr>
            <p:cNvSpPr/>
            <p:nvPr/>
          </p:nvSpPr>
          <p:spPr>
            <a:xfrm>
              <a:off x="9510792" y="4264617"/>
              <a:ext cx="449451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右矢印 11">
              <a:extLst>
                <a:ext uri="{FF2B5EF4-FFF2-40B4-BE49-F238E27FC236}">
                  <a16:creationId xmlns:a16="http://schemas.microsoft.com/office/drawing/2014/main" id="{BF6990FB-1FCB-E49C-310E-30E7A4EC7D7E}"/>
                </a:ext>
              </a:extLst>
            </p:cNvPr>
            <p:cNvSpPr/>
            <p:nvPr/>
          </p:nvSpPr>
          <p:spPr>
            <a:xfrm rot="5400000">
              <a:off x="11079995" y="5326900"/>
              <a:ext cx="635430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曲折矢印 12">
              <a:extLst>
                <a:ext uri="{FF2B5EF4-FFF2-40B4-BE49-F238E27FC236}">
                  <a16:creationId xmlns:a16="http://schemas.microsoft.com/office/drawing/2014/main" id="{B44533BF-AE98-327E-34CE-26D779865E24}"/>
                </a:ext>
              </a:extLst>
            </p:cNvPr>
            <p:cNvSpPr/>
            <p:nvPr/>
          </p:nvSpPr>
          <p:spPr>
            <a:xfrm flipH="1">
              <a:off x="10117809" y="1858505"/>
              <a:ext cx="1478154" cy="2111647"/>
            </a:xfrm>
            <a:prstGeom prst="bentArrow">
              <a:avLst>
                <a:gd name="adj1" fmla="val 35465"/>
                <a:gd name="adj2" fmla="val 42442"/>
                <a:gd name="adj3" fmla="val 25000"/>
                <a:gd name="adj4" fmla="val 43750"/>
              </a:avLst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フリーフォーム 17">
              <a:extLst>
                <a:ext uri="{FF2B5EF4-FFF2-40B4-BE49-F238E27FC236}">
                  <a16:creationId xmlns:a16="http://schemas.microsoft.com/office/drawing/2014/main" id="{DEB13014-3997-7F94-5A7E-82CE934FD8A3}"/>
                </a:ext>
              </a:extLst>
            </p:cNvPr>
            <p:cNvSpPr/>
            <p:nvPr/>
          </p:nvSpPr>
          <p:spPr>
            <a:xfrm rot="5400000">
              <a:off x="4278015" y="-1405339"/>
              <a:ext cx="1876912" cy="9038093"/>
            </a:xfrm>
            <a:custGeom>
              <a:avLst/>
              <a:gdLst>
                <a:gd name="csX0" fmla="*/ 0 w 1876912"/>
                <a:gd name="csY0" fmla="*/ 7886799 h 9038093"/>
                <a:gd name="csX1" fmla="*/ 0 w 1876912"/>
                <a:gd name="csY1" fmla="*/ 0 h 9038093"/>
                <a:gd name="csX2" fmla="*/ 636562 w 1876912"/>
                <a:gd name="csY2" fmla="*/ 0 h 9038093"/>
                <a:gd name="csX3" fmla="*/ 636562 w 1876912"/>
                <a:gd name="csY3" fmla="*/ 1321230 h 9038093"/>
                <a:gd name="csX4" fmla="*/ 1396471 w 1876912"/>
                <a:gd name="csY4" fmla="*/ 1321230 h 9038093"/>
                <a:gd name="csX5" fmla="*/ 1396471 w 1876912"/>
                <a:gd name="csY5" fmla="*/ 980267 h 9038093"/>
                <a:gd name="csX6" fmla="*/ 1876912 w 1876912"/>
                <a:gd name="csY6" fmla="*/ 1662193 h 9038093"/>
                <a:gd name="csX7" fmla="*/ 1396471 w 1876912"/>
                <a:gd name="csY7" fmla="*/ 2344119 h 9038093"/>
                <a:gd name="csX8" fmla="*/ 1396471 w 1876912"/>
                <a:gd name="csY8" fmla="*/ 2003156 h 9038093"/>
                <a:gd name="csX9" fmla="*/ 636562 w 1876912"/>
                <a:gd name="csY9" fmla="*/ 2003156 h 9038093"/>
                <a:gd name="csX10" fmla="*/ 636562 w 1876912"/>
                <a:gd name="csY10" fmla="*/ 4645616 h 9038093"/>
                <a:gd name="csX11" fmla="*/ 1314460 w 1876912"/>
                <a:gd name="csY11" fmla="*/ 4645616 h 9038093"/>
                <a:gd name="csX12" fmla="*/ 1314460 w 1876912"/>
                <a:gd name="csY12" fmla="*/ 4304653 h 9038093"/>
                <a:gd name="csX13" fmla="*/ 1794901 w 1876912"/>
                <a:gd name="csY13" fmla="*/ 4986579 h 9038093"/>
                <a:gd name="csX14" fmla="*/ 1314460 w 1876912"/>
                <a:gd name="csY14" fmla="*/ 5668505 h 9038093"/>
                <a:gd name="csX15" fmla="*/ 1314460 w 1876912"/>
                <a:gd name="csY15" fmla="*/ 5327542 h 9038093"/>
                <a:gd name="csX16" fmla="*/ 636561 w 1876912"/>
                <a:gd name="csY16" fmla="*/ 5327542 h 9038093"/>
                <a:gd name="csX17" fmla="*/ 636561 w 1876912"/>
                <a:gd name="csY17" fmla="*/ 7886798 h 9038093"/>
                <a:gd name="csX18" fmla="*/ 785269 w 1876912"/>
                <a:gd name="csY18" fmla="*/ 8035506 h 9038093"/>
                <a:gd name="csX19" fmla="*/ 1346176 w 1876912"/>
                <a:gd name="csY19" fmla="*/ 8035506 h 9038093"/>
                <a:gd name="csX20" fmla="*/ 1346176 w 1876912"/>
                <a:gd name="csY20" fmla="*/ 7669481 h 9038093"/>
                <a:gd name="csX21" fmla="*/ 1794901 w 1876912"/>
                <a:gd name="csY21" fmla="*/ 8353787 h 9038093"/>
                <a:gd name="csX22" fmla="*/ 1346176 w 1876912"/>
                <a:gd name="csY22" fmla="*/ 9038093 h 9038093"/>
                <a:gd name="csX23" fmla="*/ 1346176 w 1876912"/>
                <a:gd name="csY23" fmla="*/ 8672068 h 9038093"/>
                <a:gd name="csX24" fmla="*/ 785269 w 1876912"/>
                <a:gd name="csY24" fmla="*/ 8672068 h 9038093"/>
                <a:gd name="csX25" fmla="*/ 0 w 1876912"/>
                <a:gd name="csY25" fmla="*/ 7886799 h 9038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876912" h="9038093">
                  <a:moveTo>
                    <a:pt x="0" y="7886799"/>
                  </a:moveTo>
                  <a:lnTo>
                    <a:pt x="0" y="0"/>
                  </a:lnTo>
                  <a:lnTo>
                    <a:pt x="636562" y="0"/>
                  </a:lnTo>
                  <a:lnTo>
                    <a:pt x="636562" y="1321230"/>
                  </a:lnTo>
                  <a:lnTo>
                    <a:pt x="1396471" y="1321230"/>
                  </a:lnTo>
                  <a:lnTo>
                    <a:pt x="1396471" y="980267"/>
                  </a:lnTo>
                  <a:lnTo>
                    <a:pt x="1876912" y="1662193"/>
                  </a:lnTo>
                  <a:lnTo>
                    <a:pt x="1396471" y="2344119"/>
                  </a:lnTo>
                  <a:lnTo>
                    <a:pt x="1396471" y="2003156"/>
                  </a:lnTo>
                  <a:lnTo>
                    <a:pt x="636562" y="2003156"/>
                  </a:lnTo>
                  <a:lnTo>
                    <a:pt x="636562" y="4645616"/>
                  </a:lnTo>
                  <a:lnTo>
                    <a:pt x="1314460" y="4645616"/>
                  </a:lnTo>
                  <a:lnTo>
                    <a:pt x="1314460" y="4304653"/>
                  </a:lnTo>
                  <a:lnTo>
                    <a:pt x="1794901" y="4986579"/>
                  </a:lnTo>
                  <a:lnTo>
                    <a:pt x="1314460" y="5668505"/>
                  </a:lnTo>
                  <a:lnTo>
                    <a:pt x="1314460" y="5327542"/>
                  </a:lnTo>
                  <a:lnTo>
                    <a:pt x="636561" y="5327542"/>
                  </a:lnTo>
                  <a:lnTo>
                    <a:pt x="636561" y="7886798"/>
                  </a:lnTo>
                  <a:cubicBezTo>
                    <a:pt x="636561" y="7968927"/>
                    <a:pt x="703140" y="8035506"/>
                    <a:pt x="785269" y="8035506"/>
                  </a:cubicBezTo>
                  <a:lnTo>
                    <a:pt x="1346176" y="8035506"/>
                  </a:lnTo>
                  <a:lnTo>
                    <a:pt x="1346176" y="7669481"/>
                  </a:lnTo>
                  <a:lnTo>
                    <a:pt x="1794901" y="8353787"/>
                  </a:lnTo>
                  <a:lnTo>
                    <a:pt x="1346176" y="9038093"/>
                  </a:lnTo>
                  <a:lnTo>
                    <a:pt x="1346176" y="8672068"/>
                  </a:lnTo>
                  <a:lnTo>
                    <a:pt x="785269" y="8672068"/>
                  </a:lnTo>
                  <a:cubicBezTo>
                    <a:pt x="351577" y="8672068"/>
                    <a:pt x="0" y="8320491"/>
                    <a:pt x="0" y="7886799"/>
                  </a:cubicBezTo>
                  <a:close/>
                </a:path>
              </a:pathLst>
            </a:cu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196E0A35-448B-B804-AA87-AD281138222C}"/>
                </a:ext>
              </a:extLst>
            </p:cNvPr>
            <p:cNvSpPr/>
            <p:nvPr/>
          </p:nvSpPr>
          <p:spPr>
            <a:xfrm>
              <a:off x="3883617" y="1962798"/>
              <a:ext cx="3602065" cy="743919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フィードバック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18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EC8912C-9A48-4245-D69A-B42073D307B2}"/>
              </a:ext>
            </a:extLst>
          </p:cNvPr>
          <p:cNvGrpSpPr/>
          <p:nvPr/>
        </p:nvGrpSpPr>
        <p:grpSpPr>
          <a:xfrm>
            <a:off x="1003515" y="636722"/>
            <a:ext cx="10899183" cy="7833102"/>
            <a:chOff x="1003515" y="636722"/>
            <a:chExt cx="10899183" cy="7833102"/>
          </a:xfrm>
        </p:grpSpPr>
        <p:pic>
          <p:nvPicPr>
            <p:cNvPr id="3" name="グラフィックス 2" descr="堆肥 単色塗りつぶし">
              <a:extLst>
                <a:ext uri="{FF2B5EF4-FFF2-40B4-BE49-F238E27FC236}">
                  <a16:creationId xmlns:a16="http://schemas.microsoft.com/office/drawing/2014/main" id="{41C41F0F-6486-6EE8-82D3-CFE41BDB20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851938" y="3251738"/>
              <a:ext cx="3097723" cy="3097723"/>
            </a:xfrm>
            <a:prstGeom prst="rect">
              <a:avLst/>
            </a:prstGeom>
          </p:spPr>
        </p:pic>
        <p:pic>
          <p:nvPicPr>
            <p:cNvPr id="5" name="グラフィックス 4" descr="ユーザー 単色塗りつぶし">
              <a:extLst>
                <a:ext uri="{FF2B5EF4-FFF2-40B4-BE49-F238E27FC236}">
                  <a16:creationId xmlns:a16="http://schemas.microsoft.com/office/drawing/2014/main" id="{1711C8A7-958F-2EA0-3A53-4E07990FA6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46216" y="5908729"/>
              <a:ext cx="2456482" cy="2456482"/>
            </a:xfrm>
            <a:prstGeom prst="rect">
              <a:avLst/>
            </a:prstGeom>
          </p:spPr>
        </p:pic>
        <p:pic>
          <p:nvPicPr>
            <p:cNvPr id="6" name="グラフィックス 5" descr="ユーザー 単色塗りつぶし">
              <a:extLst>
                <a:ext uri="{FF2B5EF4-FFF2-40B4-BE49-F238E27FC236}">
                  <a16:creationId xmlns:a16="http://schemas.microsoft.com/office/drawing/2014/main" id="{8EFB2149-4A6C-16ED-80A3-DF4C6AB74D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03515" y="5908729"/>
              <a:ext cx="2456482" cy="2456482"/>
            </a:xfrm>
            <a:prstGeom prst="rect">
              <a:avLst/>
            </a:prstGeom>
          </p:spPr>
        </p:pic>
        <p:pic>
          <p:nvPicPr>
            <p:cNvPr id="7" name="グラフィックス 6" descr="ユーザー 単色塗りつぶし">
              <a:extLst>
                <a:ext uri="{FF2B5EF4-FFF2-40B4-BE49-F238E27FC236}">
                  <a16:creationId xmlns:a16="http://schemas.microsoft.com/office/drawing/2014/main" id="{14BA683C-7637-E465-80F6-AB3007203C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03515" y="636722"/>
              <a:ext cx="2456482" cy="2456482"/>
            </a:xfrm>
            <a:prstGeom prst="rect">
              <a:avLst/>
            </a:prstGeom>
          </p:spPr>
        </p:pic>
        <p:pic>
          <p:nvPicPr>
            <p:cNvPr id="8" name="グラフィックス 7" descr="ユーザー 単色塗りつぶし">
              <a:extLst>
                <a:ext uri="{FF2B5EF4-FFF2-40B4-BE49-F238E27FC236}">
                  <a16:creationId xmlns:a16="http://schemas.microsoft.com/office/drawing/2014/main" id="{D6FC85D1-EFCB-77CA-9C55-0A58F8A14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41605" y="636722"/>
              <a:ext cx="2456482" cy="2456482"/>
            </a:xfrm>
            <a:prstGeom prst="rect">
              <a:avLst/>
            </a:prstGeom>
          </p:spPr>
        </p:pic>
        <p:sp>
          <p:nvSpPr>
            <p:cNvPr id="13" name="環状矢印 12">
              <a:extLst>
                <a:ext uri="{FF2B5EF4-FFF2-40B4-BE49-F238E27FC236}">
                  <a16:creationId xmlns:a16="http://schemas.microsoft.com/office/drawing/2014/main" id="{FA34D09D-16EC-2DF3-CDFA-BCE20F75370B}"/>
                </a:ext>
              </a:extLst>
            </p:cNvPr>
            <p:cNvSpPr/>
            <p:nvPr/>
          </p:nvSpPr>
          <p:spPr>
            <a:xfrm rot="1500429">
              <a:off x="2527085" y="1318313"/>
              <a:ext cx="3718617" cy="2227254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環状矢印 13">
              <a:extLst>
                <a:ext uri="{FF2B5EF4-FFF2-40B4-BE49-F238E27FC236}">
                  <a16:creationId xmlns:a16="http://schemas.microsoft.com/office/drawing/2014/main" id="{4B74CDFB-23FA-2984-164C-BAA88EAF617C}"/>
                </a:ext>
              </a:extLst>
            </p:cNvPr>
            <p:cNvSpPr/>
            <p:nvPr/>
          </p:nvSpPr>
          <p:spPr>
            <a:xfrm rot="19295330">
              <a:off x="2452031" y="4795624"/>
              <a:ext cx="3407873" cy="2226211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6" name="環状矢印 15">
              <a:extLst>
                <a:ext uri="{FF2B5EF4-FFF2-40B4-BE49-F238E27FC236}">
                  <a16:creationId xmlns:a16="http://schemas.microsoft.com/office/drawing/2014/main" id="{1A970D52-5F2B-5338-FEFF-A7963DF9C69F}"/>
                </a:ext>
              </a:extLst>
            </p:cNvPr>
            <p:cNvSpPr/>
            <p:nvPr/>
          </p:nvSpPr>
          <p:spPr>
            <a:xfrm rot="19922963" flipH="1">
              <a:off x="6500346" y="1252354"/>
              <a:ext cx="3675277" cy="2227254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環状矢印 16">
              <a:extLst>
                <a:ext uri="{FF2B5EF4-FFF2-40B4-BE49-F238E27FC236}">
                  <a16:creationId xmlns:a16="http://schemas.microsoft.com/office/drawing/2014/main" id="{5DB0072D-CFCA-D361-4C1D-D04AD66CFCF8}"/>
                </a:ext>
              </a:extLst>
            </p:cNvPr>
            <p:cNvSpPr/>
            <p:nvPr/>
          </p:nvSpPr>
          <p:spPr>
            <a:xfrm rot="12786546" flipV="1">
              <a:off x="6824237" y="4697389"/>
              <a:ext cx="3538717" cy="2534143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F10FB768-D8C7-51C7-82A6-38E3CD3916FF}"/>
                </a:ext>
              </a:extLst>
            </p:cNvPr>
            <p:cNvSpPr txBox="1"/>
            <p:nvPr/>
          </p:nvSpPr>
          <p:spPr>
            <a:xfrm>
              <a:off x="3835831" y="703999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30283CD-288A-ADC3-7672-02A56F1C6DC5}"/>
                </a:ext>
              </a:extLst>
            </p:cNvPr>
            <p:cNvSpPr txBox="1"/>
            <p:nvPr/>
          </p:nvSpPr>
          <p:spPr>
            <a:xfrm>
              <a:off x="8593595" y="4374450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1CA4CDBF-64AE-D762-06AE-4279436BE230}"/>
                </a:ext>
              </a:extLst>
            </p:cNvPr>
            <p:cNvSpPr txBox="1"/>
            <p:nvPr/>
          </p:nvSpPr>
          <p:spPr>
            <a:xfrm>
              <a:off x="2923375" y="4322085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解決策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192475EC-B637-6D73-028A-0B526232AD2C}"/>
                </a:ext>
              </a:extLst>
            </p:cNvPr>
            <p:cNvSpPr txBox="1"/>
            <p:nvPr/>
          </p:nvSpPr>
          <p:spPr>
            <a:xfrm>
              <a:off x="7797945" y="679578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解決策</a:t>
              </a:r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D2E5FF43-D59C-05A6-5F5F-A6F99D319FEB}"/>
                </a:ext>
              </a:extLst>
            </p:cNvPr>
            <p:cNvSpPr/>
            <p:nvPr/>
          </p:nvSpPr>
          <p:spPr>
            <a:xfrm>
              <a:off x="5119451" y="7136970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8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決定</a:t>
              </a:r>
              <a:endParaRPr kumimoji="1" lang="ja-JP" altLang="en-US" sz="3200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24" name="右矢印 23">
              <a:extLst>
                <a:ext uri="{FF2B5EF4-FFF2-40B4-BE49-F238E27FC236}">
                  <a16:creationId xmlns:a16="http://schemas.microsoft.com/office/drawing/2014/main" id="{D2E7073D-891D-B33B-6269-E81B47D6B753}"/>
                </a:ext>
              </a:extLst>
            </p:cNvPr>
            <p:cNvSpPr/>
            <p:nvPr/>
          </p:nvSpPr>
          <p:spPr>
            <a:xfrm rot="5400000">
              <a:off x="6091655" y="5964388"/>
              <a:ext cx="635430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095650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D8587C31-1537-7005-3048-F4C716965333}"/>
              </a:ext>
            </a:extLst>
          </p:cNvPr>
          <p:cNvGrpSpPr/>
          <p:nvPr/>
        </p:nvGrpSpPr>
        <p:grpSpPr>
          <a:xfrm>
            <a:off x="1500752" y="1315273"/>
            <a:ext cx="9800096" cy="6970654"/>
            <a:chOff x="1963118" y="627682"/>
            <a:chExt cx="9800096" cy="6970654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F4339365-20C7-B7C3-E1EE-62202B448C19}"/>
                </a:ext>
              </a:extLst>
            </p:cNvPr>
            <p:cNvSpPr/>
            <p:nvPr/>
          </p:nvSpPr>
          <p:spPr>
            <a:xfrm>
              <a:off x="1963118" y="2871058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" name="下矢印 2">
              <a:extLst>
                <a:ext uri="{FF2B5EF4-FFF2-40B4-BE49-F238E27FC236}">
                  <a16:creationId xmlns:a16="http://schemas.microsoft.com/office/drawing/2014/main" id="{E993E939-6860-2745-D03B-377FB1DC68AB}"/>
                </a:ext>
              </a:extLst>
            </p:cNvPr>
            <p:cNvSpPr/>
            <p:nvPr/>
          </p:nvSpPr>
          <p:spPr>
            <a:xfrm rot="16200000">
              <a:off x="6423111" y="-213753"/>
              <a:ext cx="880109" cy="9800094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AF7A2250-DE8F-02DD-1CCC-666FD1FCBB3C}"/>
                </a:ext>
              </a:extLst>
            </p:cNvPr>
            <p:cNvSpPr/>
            <p:nvPr/>
          </p:nvSpPr>
          <p:spPr>
            <a:xfrm>
              <a:off x="1963118" y="627682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5" name="下矢印 4">
              <a:extLst>
                <a:ext uri="{FF2B5EF4-FFF2-40B4-BE49-F238E27FC236}">
                  <a16:creationId xmlns:a16="http://schemas.microsoft.com/office/drawing/2014/main" id="{6B1BF680-757E-8971-6958-83197F9747D8}"/>
                </a:ext>
              </a:extLst>
            </p:cNvPr>
            <p:cNvSpPr/>
            <p:nvPr/>
          </p:nvSpPr>
          <p:spPr>
            <a:xfrm rot="16200000">
              <a:off x="6423112" y="-2457130"/>
              <a:ext cx="880109" cy="9800095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F221C96C-AC2D-72FE-6628-F0A37F6722D3}"/>
                </a:ext>
              </a:extLst>
            </p:cNvPr>
            <p:cNvSpPr/>
            <p:nvPr/>
          </p:nvSpPr>
          <p:spPr>
            <a:xfrm>
              <a:off x="1963118" y="5343046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政治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下矢印 6">
              <a:extLst>
                <a:ext uri="{FF2B5EF4-FFF2-40B4-BE49-F238E27FC236}">
                  <a16:creationId xmlns:a16="http://schemas.microsoft.com/office/drawing/2014/main" id="{BADD6EE2-9178-46BE-20A4-D85B29D6A957}"/>
                </a:ext>
              </a:extLst>
            </p:cNvPr>
            <p:cNvSpPr/>
            <p:nvPr/>
          </p:nvSpPr>
          <p:spPr>
            <a:xfrm rot="16200000">
              <a:off x="6423111" y="2258235"/>
              <a:ext cx="880109" cy="9800094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B8B3C4E1-C907-3542-E6E6-EC01A9BC4904}"/>
                </a:ext>
              </a:extLst>
            </p:cNvPr>
            <p:cNvSpPr txBox="1"/>
            <p:nvPr/>
          </p:nvSpPr>
          <p:spPr>
            <a:xfrm>
              <a:off x="2464230" y="1198950"/>
              <a:ext cx="7366119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特定の社会問題が政府周辺に着目される過程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例：事件や災害、指標の変化、政策評価</a:t>
              </a: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36B00BE5-2D81-ABED-A70A-235C47B90317}"/>
                </a:ext>
              </a:extLst>
            </p:cNvPr>
            <p:cNvSpPr txBox="1"/>
            <p:nvPr/>
          </p:nvSpPr>
          <p:spPr>
            <a:xfrm>
              <a:off x="2464230" y="3419782"/>
              <a:ext cx="8443337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無数のアイデアが少数の政策案に絞り込まれる過程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→専門家からなる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政策共同体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の役割</a:t>
              </a: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4A5DB910-EE0D-0F36-F60F-7F7C59E38C4F}"/>
                </a:ext>
              </a:extLst>
            </p:cNvPr>
            <p:cNvSpPr txBox="1"/>
            <p:nvPr/>
          </p:nvSpPr>
          <p:spPr>
            <a:xfrm>
              <a:off x="2464229" y="5904212"/>
              <a:ext cx="5929828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政党や利益団体など政府周辺の動き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例：選挙や政権交代、世論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050458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7A552A6E-1033-DFC9-20E1-CF78E37F7D46}"/>
              </a:ext>
            </a:extLst>
          </p:cNvPr>
          <p:cNvGrpSpPr/>
          <p:nvPr/>
        </p:nvGrpSpPr>
        <p:grpSpPr>
          <a:xfrm>
            <a:off x="434598" y="1885658"/>
            <a:ext cx="11932403" cy="5829884"/>
            <a:chOff x="537274" y="1882758"/>
            <a:chExt cx="11932403" cy="5829884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372AC888-B90E-2C9B-7AFC-E8E36C40320A}"/>
                </a:ext>
              </a:extLst>
            </p:cNvPr>
            <p:cNvSpPr/>
            <p:nvPr/>
          </p:nvSpPr>
          <p:spPr>
            <a:xfrm>
              <a:off x="537274" y="4126134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2E698394-9083-488D-E9FD-DE82948315B4}"/>
                </a:ext>
              </a:extLst>
            </p:cNvPr>
            <p:cNvSpPr/>
            <p:nvPr/>
          </p:nvSpPr>
          <p:spPr>
            <a:xfrm>
              <a:off x="7237706" y="4134173"/>
              <a:ext cx="2309247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政策の窓</a:t>
              </a:r>
              <a:br>
                <a:rPr kumimoji="1" lang="en-US" altLang="ja-JP" sz="3200" b="1" dirty="0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</a:br>
              <a:r>
                <a:rPr kumimoji="1" lang="en-US" altLang="ja-JP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(policy window)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C0294C4-1AD9-A440-7762-823D959E7E73}"/>
                </a:ext>
              </a:extLst>
            </p:cNvPr>
            <p:cNvSpPr/>
            <p:nvPr/>
          </p:nvSpPr>
          <p:spPr>
            <a:xfrm>
              <a:off x="11021877" y="4134173"/>
              <a:ext cx="1447800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決定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7" name="下矢印 16">
              <a:extLst>
                <a:ext uri="{FF2B5EF4-FFF2-40B4-BE49-F238E27FC236}">
                  <a16:creationId xmlns:a16="http://schemas.microsoft.com/office/drawing/2014/main" id="{C8344A69-8EB4-8CC8-5026-CFE945034FD3}"/>
                </a:ext>
              </a:extLst>
            </p:cNvPr>
            <p:cNvSpPr/>
            <p:nvPr/>
          </p:nvSpPr>
          <p:spPr>
            <a:xfrm rot="16200000">
              <a:off x="2459421" y="2438398"/>
              <a:ext cx="880109" cy="4724403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2E85282E-F87D-5DE8-CF5B-0F8F1119D527}"/>
                </a:ext>
              </a:extLst>
            </p:cNvPr>
            <p:cNvSpPr/>
            <p:nvPr/>
          </p:nvSpPr>
          <p:spPr>
            <a:xfrm>
              <a:off x="537274" y="1882758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9" name="下矢印 18">
              <a:extLst>
                <a:ext uri="{FF2B5EF4-FFF2-40B4-BE49-F238E27FC236}">
                  <a16:creationId xmlns:a16="http://schemas.microsoft.com/office/drawing/2014/main" id="{BA46AD9B-8A2A-76B3-17C4-CB56AB8F5FD0}"/>
                </a:ext>
              </a:extLst>
            </p:cNvPr>
            <p:cNvSpPr/>
            <p:nvPr/>
          </p:nvSpPr>
          <p:spPr>
            <a:xfrm rot="16200000">
              <a:off x="2459421" y="195022"/>
              <a:ext cx="880109" cy="4724403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4EBE2C35-4C98-7B28-2F1F-664915C7F50B}"/>
                </a:ext>
              </a:extLst>
            </p:cNvPr>
            <p:cNvSpPr/>
            <p:nvPr/>
          </p:nvSpPr>
          <p:spPr>
            <a:xfrm>
              <a:off x="537274" y="6598122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政治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1" name="下矢印 20">
              <a:extLst>
                <a:ext uri="{FF2B5EF4-FFF2-40B4-BE49-F238E27FC236}">
                  <a16:creationId xmlns:a16="http://schemas.microsoft.com/office/drawing/2014/main" id="{4C658729-3AA9-CA97-E798-53B5E5FD0684}"/>
                </a:ext>
              </a:extLst>
            </p:cNvPr>
            <p:cNvSpPr/>
            <p:nvPr/>
          </p:nvSpPr>
          <p:spPr>
            <a:xfrm rot="16200000">
              <a:off x="2459421" y="4910386"/>
              <a:ext cx="880109" cy="4724403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717AC6E2-22BB-6F67-793D-9970AB4C3FD2}"/>
                </a:ext>
              </a:extLst>
            </p:cNvPr>
            <p:cNvCxnSpPr>
              <a:cxnSpLocks/>
              <a:stCxn id="19" idx="2"/>
              <a:endCxn id="9" idx="1"/>
            </p:cNvCxnSpPr>
            <p:nvPr/>
          </p:nvCxnSpPr>
          <p:spPr>
            <a:xfrm>
              <a:off x="5261677" y="2557223"/>
              <a:ext cx="1976029" cy="2243377"/>
            </a:xfrm>
            <a:prstGeom prst="straightConnector1">
              <a:avLst/>
            </a:prstGeom>
            <a:ln w="76200">
              <a:solidFill>
                <a:schemeClr val="tx1"/>
              </a:solidFill>
              <a:round/>
              <a:headEnd type="none" w="med" len="med"/>
              <a:tailEnd type="stealth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6F9389FD-F0C9-E883-5806-24F0382A9273}"/>
                </a:ext>
              </a:extLst>
            </p:cNvPr>
            <p:cNvCxnSpPr>
              <a:cxnSpLocks/>
              <a:stCxn id="17" idx="2"/>
              <a:endCxn id="9" idx="1"/>
            </p:cNvCxnSpPr>
            <p:nvPr/>
          </p:nvCxnSpPr>
          <p:spPr>
            <a:xfrm>
              <a:off x="5261677" y="4800599"/>
              <a:ext cx="1976029" cy="1"/>
            </a:xfrm>
            <a:prstGeom prst="straightConnector1">
              <a:avLst/>
            </a:prstGeom>
            <a:ln w="76200">
              <a:solidFill>
                <a:schemeClr val="tx1"/>
              </a:solidFill>
              <a:round/>
              <a:headEnd type="none" w="med" len="med"/>
              <a:tailEnd type="stealth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8029D2FC-F467-9BF0-3867-EDF1910559AB}"/>
                </a:ext>
              </a:extLst>
            </p:cNvPr>
            <p:cNvCxnSpPr>
              <a:cxnSpLocks/>
              <a:stCxn id="21" idx="2"/>
              <a:endCxn id="9" idx="1"/>
            </p:cNvCxnSpPr>
            <p:nvPr/>
          </p:nvCxnSpPr>
          <p:spPr>
            <a:xfrm flipV="1">
              <a:off x="5261677" y="4800600"/>
              <a:ext cx="1976029" cy="2471987"/>
            </a:xfrm>
            <a:prstGeom prst="straightConnector1">
              <a:avLst/>
            </a:prstGeom>
            <a:ln w="76200">
              <a:solidFill>
                <a:schemeClr val="tx1"/>
              </a:solidFill>
              <a:round/>
              <a:headEnd type="none" w="med" len="med"/>
              <a:tailEnd type="stealth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下矢印 29">
              <a:extLst>
                <a:ext uri="{FF2B5EF4-FFF2-40B4-BE49-F238E27FC236}">
                  <a16:creationId xmlns:a16="http://schemas.microsoft.com/office/drawing/2014/main" id="{0B9AE945-F070-6372-1844-033C5F193269}"/>
                </a:ext>
              </a:extLst>
            </p:cNvPr>
            <p:cNvSpPr/>
            <p:nvPr/>
          </p:nvSpPr>
          <p:spPr>
            <a:xfrm rot="16200000">
              <a:off x="9850819" y="4269780"/>
              <a:ext cx="880109" cy="1084882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619F8B9D-B854-8B2D-6D69-F1CA308A6A81}"/>
                </a:ext>
              </a:extLst>
            </p:cNvPr>
            <p:cNvSpPr/>
            <p:nvPr/>
          </p:nvSpPr>
          <p:spPr>
            <a:xfrm>
              <a:off x="6492496" y="6619426"/>
              <a:ext cx="3799668" cy="891731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政策企業家</a:t>
              </a:r>
              <a:endParaRPr kumimoji="1" lang="en-US" altLang="ja-JP" sz="3200" b="1" dirty="0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  <a:p>
              <a:pPr algn="ctr"/>
              <a:r>
                <a:rPr kumimoji="1" lang="en-US" altLang="ja-JP" sz="24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(policy entrepreneur</a:t>
              </a:r>
              <a:r>
                <a:rPr kumimoji="1" lang="ja-JP" altLang="en-US" sz="24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ja-JP" altLang="en-US" sz="140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2" name="下矢印 31">
              <a:extLst>
                <a:ext uri="{FF2B5EF4-FFF2-40B4-BE49-F238E27FC236}">
                  <a16:creationId xmlns:a16="http://schemas.microsoft.com/office/drawing/2014/main" id="{DCDED3ED-6502-0F0C-A47C-F827D363694E}"/>
                </a:ext>
              </a:extLst>
            </p:cNvPr>
            <p:cNvSpPr/>
            <p:nvPr/>
          </p:nvSpPr>
          <p:spPr>
            <a:xfrm rot="10800000">
              <a:off x="7952275" y="5597361"/>
              <a:ext cx="880109" cy="891730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591765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1393</TotalTime>
  <Words>546</Words>
  <Application>Microsoft Macintosh PowerPoint</Application>
  <PresentationFormat>A3 297x420 mm</PresentationFormat>
  <Paragraphs>216</Paragraphs>
  <Slides>24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24</vt:i4>
      </vt:variant>
    </vt:vector>
  </HeadingPairs>
  <TitlesOfParts>
    <vt:vector size="33" baseType="lpstr">
      <vt:lpstr>HGPGothicE</vt:lpstr>
      <vt:lpstr>HGPSoeiKakugothicUB</vt:lpstr>
      <vt:lpstr>Hiragino Kaku Gothic StdN W8</vt:lpstr>
      <vt:lpstr>Hiragino Sans W4</vt:lpstr>
      <vt:lpstr>Hiragino Sans W7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淳平 鈴木</dc:creator>
  <cp:lastModifiedBy>SUZUKI JUNPEI</cp:lastModifiedBy>
  <cp:revision>19</cp:revision>
  <dcterms:created xsi:type="dcterms:W3CDTF">2025-10-30T06:11:06Z</dcterms:created>
  <dcterms:modified xsi:type="dcterms:W3CDTF">2026-08-24T04:51:06Z</dcterms:modified>
</cp:coreProperties>
</file>